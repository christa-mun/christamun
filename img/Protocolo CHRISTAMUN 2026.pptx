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 standalone="yes"?>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7772400" cy="100584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/Relationships>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

</file>

<file path=ppt/slides/_rels/slide2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/Relationships>

</file>

<file path=ppt/slides/_rels/slide3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/Relationships>

</file>

<file path=ppt/slides/_rels/slide4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/Relationships>

</file>

<file path=ppt/slides/_rels/slide5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/Relationships>

</file>

<file path=ppt/slides/_rels/slide6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/Relationships>

</file>

<file path=ppt/slides/_rels/slide7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/Relationships>

</file>

<file path=ppt/slides/_rels/slide8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/Relationships>

</file>

<file path=ppt/slides/_rels/slide9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/Relationships>

</file>

<file path=ppt/slides/_rels/slide10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/Relationships>

</file>

<file path=ppt/slides/_rels/slide11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/Relationships>

</file>

<file path=ppt/slides/_rels/slide12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/Relationships>

</file>

<file path=ppt/slides/_rels/slide13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/Relationships>

</file>

<file path=ppt/slides/_rels/slide14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/Relationships>

</file>

<file path=ppt/slides/_rels/slide15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/Relationships>

</file>

<file path=ppt/slides/_rels/slide16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/Relationships>

</file>

<file path=ppt/slides/_rels/slide17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/Relationships>

</file>

<file path=ppt/slides/_rels/slide18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/Relationships>

</file>

<file path=ppt/slides/_rels/slide19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/Relationships>

</file>

<file path=ppt/slides/_rels/slide20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/Relationships>

</file>

<file path=ppt/slides/_rels/slide21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/Relationships>

</file>

<file path=ppt/slides/_rels/slide22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/Relationships>

</file>

<file path=ppt/slides/_rels/slide23.xml.rels><?xml version="1.0" encoding="UTF-8" standalone="yes"?>
<Relationships xmlns="http://schemas.openxmlformats.org/package/2006/relationships"><Relationship Id="rId1" Type="http://schemas.openxmlformats.org/officeDocument/2006/relationships/slideLayout" Target="../slideLayouts/slideLayout1.xml"/></Relationships>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3526129" y="579120"/>
            <a:ext cx="169570" cy="2425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605"/>
              </a:lnSpc>
              <a:spcBef>
                <a:spcPts val="80"/>
              </a:spcBef>
            </a:pPr>
            <a:r>
              <a:rPr dirty="0" smtClean="0" sz="1400" spc="0" b="1">
                <a:latin typeface="Times New Roman"/>
                <a:cs typeface="Times New Roman"/>
              </a:rPr>
              <a:t>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30395" y="579119"/>
            <a:ext cx="306070" cy="2120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605"/>
              </a:lnSpc>
              <a:spcBef>
                <a:spcPts val="80"/>
              </a:spcBef>
            </a:pPr>
            <a:r>
              <a:rPr dirty="0" smtClean="0" sz="1400" spc="0" b="1">
                <a:latin typeface="Times New Roman"/>
                <a:cs typeface="Times New Roman"/>
              </a:rPr>
              <a:t>02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0" y="0"/>
            <a:ext cx="7772400" cy="10058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50"/>
              </a:lnSpc>
              <a:spcBef>
                <a:spcPts val="2"/>
              </a:spcBef>
            </a:pPr>
            <a:endParaRPr sz="550"/>
          </a:p>
          <a:p>
            <a:pPr marL="3036569" marR="3049269" algn="ctr">
              <a:lnSpc>
                <a:spcPct val="95825"/>
              </a:lnSpc>
              <a:spcBef>
                <a:spcPts val="4000"/>
              </a:spcBef>
            </a:pPr>
            <a:r>
              <a:rPr dirty="0" smtClean="0" sz="1400" spc="0" b="1">
                <a:latin typeface="Times New Roman"/>
                <a:cs typeface="Times New Roman"/>
              </a:rPr>
              <a:t>CHR</a:t>
            </a:r>
            <a:r>
              <a:rPr dirty="0" smtClean="0" sz="1400" spc="-4" b="1">
                <a:latin typeface="Times New Roman"/>
                <a:cs typeface="Times New Roman"/>
              </a:rPr>
              <a:t>I</a:t>
            </a:r>
            <a:r>
              <a:rPr dirty="0" smtClean="0" sz="1400" spc="0" b="1">
                <a:latin typeface="Times New Roman"/>
                <a:cs typeface="Times New Roman"/>
              </a:rPr>
              <a:t>SA</a:t>
            </a:r>
            <a:r>
              <a:rPr dirty="0" smtClean="0" sz="1400" spc="-4" b="1">
                <a:latin typeface="Times New Roman"/>
                <a:cs typeface="Times New Roman"/>
              </a:rPr>
              <a:t>M</a:t>
            </a:r>
            <a:r>
              <a:rPr dirty="0" smtClean="0" sz="1400" spc="0" b="1">
                <a:latin typeface="Times New Roman"/>
                <a:cs typeface="Times New Roman"/>
              </a:rPr>
              <a:t>UN</a:t>
            </a:r>
            <a:r>
              <a:rPr dirty="0" smtClean="0" sz="1400" spc="9" b="1">
                <a:latin typeface="Times New Roman"/>
                <a:cs typeface="Times New Roman"/>
              </a:rPr>
              <a:t> </a:t>
            </a:r>
            <a:r>
              <a:rPr dirty="0" smtClean="0" sz="1400" spc="0" b="1">
                <a:latin typeface="Times New Roman"/>
                <a:cs typeface="Times New Roman"/>
              </a:rPr>
              <a:t>2</a:t>
            </a:r>
            <a:r>
              <a:rPr dirty="0" smtClean="0" sz="1400" spc="0" b="1">
                <a:latin typeface="Times New Roman"/>
                <a:cs typeface="Times New Roman"/>
              </a:rPr>
              <a:t>   </a:t>
            </a:r>
            <a:r>
              <a:rPr dirty="0" smtClean="0" sz="1400" spc="0" b="1">
                <a:latin typeface="Times New Roman"/>
                <a:cs typeface="Times New Roman"/>
              </a:rPr>
              <a:t> </a:t>
            </a:r>
            <a:r>
              <a:rPr dirty="0" smtClean="0" sz="1400" spc="0" b="1">
                <a:latin typeface="Times New Roman"/>
                <a:cs typeface="Times New Roman"/>
              </a:rPr>
              <a:t>6</a:t>
            </a:r>
            <a:endParaRPr sz="1400">
              <a:latin typeface="Times New Roman"/>
              <a:cs typeface="Times New Roman"/>
            </a:endParaRPr>
          </a:p>
          <a:p>
            <a:pPr marL="3142591" marR="3156295" algn="ctr">
              <a:lnSpc>
                <a:spcPct val="101725"/>
              </a:lnSpc>
              <a:spcBef>
                <a:spcPts val="934"/>
              </a:spcBef>
            </a:pP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T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r</a:t>
            </a:r>
            <a:r>
              <a:rPr dirty="0" smtClean="0" sz="1200" spc="4">
                <a:solidFill>
                  <a:srgbClr val="313D4F"/>
                </a:solidFill>
                <a:latin typeface="Calibri"/>
                <a:cs typeface="Calibri"/>
              </a:rPr>
              <a:t>i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nid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a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d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-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B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eni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-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B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o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li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v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ia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-990600" y="304800"/>
            <a:ext cx="9753600" cy="975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" name="object 3"/>
          <p:cNvSpPr/>
          <p:nvPr/>
        </p:nvSpPr>
        <p:spPr>
          <a:xfrm>
            <a:off x="990600" y="162559"/>
            <a:ext cx="1055370" cy="11315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" name="object 4"/>
          <p:cNvSpPr/>
          <p:nvPr/>
        </p:nvSpPr>
        <p:spPr>
          <a:xfrm>
            <a:off x="5600700" y="496570"/>
            <a:ext cx="1239520" cy="52197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" name="object 5"/>
          <p:cNvSpPr/>
          <p:nvPr/>
        </p:nvSpPr>
        <p:spPr>
          <a:xfrm>
            <a:off x="863600" y="1224915"/>
            <a:ext cx="6008370" cy="0"/>
          </a:xfrm>
          <a:custGeom>
            <a:avLst/>
            <a:gdLst/>
            <a:ahLst/>
            <a:cxnLst/>
            <a:rect l="l" t="t" r="r" b="b"/>
            <a:pathLst>
              <a:path w="6008370" h="0">
                <a:moveTo>
                  <a:pt x="0" y="0"/>
                </a:moveTo>
                <a:lnTo>
                  <a:pt x="600837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" name="object 6"/>
          <p:cNvSpPr/>
          <p:nvPr/>
        </p:nvSpPr>
        <p:spPr>
          <a:xfrm>
            <a:off x="2924810" y="579119"/>
            <a:ext cx="1908810" cy="53721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" name="object 7"/>
          <p:cNvSpPr/>
          <p:nvPr/>
        </p:nvSpPr>
        <p:spPr>
          <a:xfrm>
            <a:off x="-67310" y="-1"/>
            <a:ext cx="7842250" cy="1011428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863600" y="1224915"/>
            <a:ext cx="6008370" cy="0"/>
          </a:xfrm>
          <a:custGeom>
            <a:avLst/>
            <a:gdLst/>
            <a:ahLst/>
            <a:cxnLst/>
            <a:rect l="l" t="t" r="r" b="b"/>
            <a:pathLst>
              <a:path w="6008370" h="0">
                <a:moveTo>
                  <a:pt x="0" y="0"/>
                </a:moveTo>
                <a:lnTo>
                  <a:pt x="600837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615432" y="437490"/>
            <a:ext cx="1261333" cy="508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985"/>
              </a:lnSpc>
              <a:spcBef>
                <a:spcPts val="199"/>
              </a:spcBef>
            </a:pPr>
            <a:r>
              <a:rPr dirty="0" smtClean="0" sz="3800" b="1" i="1">
                <a:latin typeface="Arial"/>
                <a:cs typeface="Arial"/>
              </a:rPr>
              <a:t>ctJn</a:t>
            </a:r>
            <a:r>
              <a:rPr dirty="0" smtClean="0" sz="3800" spc="-869" b="1" i="1">
                <a:latin typeface="Arial"/>
                <a:cs typeface="Arial"/>
              </a:rPr>
              <a:t>u</a:t>
            </a:r>
            <a:r>
              <a:rPr dirty="0" smtClean="0" sz="3800" spc="0" b="1" i="1">
                <a:solidFill>
                  <a:srgbClr val="66A0C3"/>
                </a:solidFill>
                <a:latin typeface="Arial"/>
                <a:cs typeface="Arial"/>
              </a:rPr>
              <a:t>e</a:t>
            </a:r>
            <a:endParaRPr sz="3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49905" y="588449"/>
            <a:ext cx="1673225" cy="5089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530"/>
              </a:lnSpc>
              <a:spcBef>
                <a:spcPts val="76"/>
              </a:spcBef>
            </a:pPr>
            <a:r>
              <a:rPr dirty="0" smtClean="0" sz="1400" spc="0" b="1">
                <a:latin typeface="Times New Roman"/>
                <a:cs typeface="Times New Roman"/>
              </a:rPr>
              <a:t>CHR</a:t>
            </a:r>
            <a:r>
              <a:rPr dirty="0" smtClean="0" sz="1400" spc="-4" b="1">
                <a:latin typeface="Times New Roman"/>
                <a:cs typeface="Times New Roman"/>
              </a:rPr>
              <a:t>I</a:t>
            </a:r>
            <a:r>
              <a:rPr dirty="0" smtClean="0" sz="1400" spc="0" b="1">
                <a:latin typeface="Times New Roman"/>
                <a:cs typeface="Times New Roman"/>
              </a:rPr>
              <a:t>STA</a:t>
            </a:r>
            <a:r>
              <a:rPr dirty="0" smtClean="0" sz="1400" spc="-4" b="1">
                <a:latin typeface="Times New Roman"/>
                <a:cs typeface="Times New Roman"/>
              </a:rPr>
              <a:t>M</a:t>
            </a:r>
            <a:r>
              <a:rPr dirty="0" smtClean="0" sz="1400" spc="0" b="1">
                <a:latin typeface="Times New Roman"/>
                <a:cs typeface="Times New Roman"/>
              </a:rPr>
              <a:t>UN</a:t>
            </a:r>
            <a:r>
              <a:rPr dirty="0" smtClean="0" sz="1400" spc="9" b="1">
                <a:latin typeface="Times New Roman"/>
                <a:cs typeface="Times New Roman"/>
              </a:rPr>
              <a:t> </a:t>
            </a:r>
            <a:r>
              <a:rPr dirty="0" smtClean="0" sz="1400" spc="0" b="1">
                <a:latin typeface="Times New Roman"/>
                <a:cs typeface="Times New Roman"/>
              </a:rPr>
              <a:t>2026</a:t>
            </a:r>
            <a:endParaRPr sz="1400">
              <a:latin typeface="Times New Roman"/>
              <a:cs typeface="Times New Roman"/>
            </a:endParaRPr>
          </a:p>
          <a:p>
            <a:pPr marL="92686" marR="107025" algn="ctr">
              <a:lnSpc>
                <a:spcPct val="101725"/>
              </a:lnSpc>
              <a:spcBef>
                <a:spcPts val="858"/>
              </a:spcBef>
            </a:pP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T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r</a:t>
            </a:r>
            <a:r>
              <a:rPr dirty="0" smtClean="0" sz="1200" spc="4">
                <a:solidFill>
                  <a:srgbClr val="313D4F"/>
                </a:solidFill>
                <a:latin typeface="Calibri"/>
                <a:cs typeface="Calibri"/>
              </a:rPr>
              <a:t>i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nid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a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d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-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B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eni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-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B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o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li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v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ia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83428" y="885674"/>
            <a:ext cx="1249693" cy="1020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dirty="0" smtClean="0" sz="600" i="1">
                <a:solidFill>
                  <a:srgbClr val="66A0C3"/>
                </a:solidFill>
                <a:latin typeface="Arial"/>
                <a:cs typeface="Arial"/>
              </a:rPr>
              <a:t>C</a:t>
            </a:r>
            <a:r>
              <a:rPr dirty="0" smtClean="0" sz="600" i="1">
                <a:solidFill>
                  <a:srgbClr val="7CACCD"/>
                </a:solidFill>
                <a:latin typeface="Arial"/>
                <a:cs typeface="Arial"/>
              </a:rPr>
              <a:t>enlr</a:t>
            </a:r>
            <a:r>
              <a:rPr dirty="0" smtClean="0" sz="600" spc="14" i="1">
                <a:solidFill>
                  <a:srgbClr val="66A0C3"/>
                </a:solidFill>
                <a:latin typeface="Arial"/>
                <a:cs typeface="Arial"/>
              </a:rPr>
              <a:t>o</a:t>
            </a:r>
            <a:r>
              <a:rPr dirty="0" smtClean="0" sz="600" spc="0" i="1">
                <a:solidFill>
                  <a:srgbClr val="66A0C3"/>
                </a:solidFill>
                <a:latin typeface="Times New Roman"/>
                <a:cs typeface="Times New Roman"/>
              </a:rPr>
              <a:t>de</a:t>
            </a:r>
            <a:r>
              <a:rPr dirty="0" smtClean="0" sz="600" spc="-84" i="1">
                <a:solidFill>
                  <a:srgbClr val="66A0C3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Inform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ció</a:t>
            </a:r>
            <a:r>
              <a:rPr dirty="0" smtClean="0" sz="600" spc="-18" i="1">
                <a:solidFill>
                  <a:srgbClr val="7CACCD"/>
                </a:solidFill>
                <a:latin typeface="Arial"/>
                <a:cs typeface="Arial"/>
              </a:rPr>
              <a:t>n</a:t>
            </a:r>
            <a:r>
              <a:rPr dirty="0" smtClean="0" sz="600" spc="0" i="1">
                <a:solidFill>
                  <a:srgbClr val="66A0C3"/>
                </a:solidFill>
                <a:latin typeface="Times New Roman"/>
                <a:cs typeface="Times New Roman"/>
              </a:rPr>
              <a:t>de</a:t>
            </a:r>
            <a:r>
              <a:rPr dirty="0" smtClean="0" sz="600" spc="7" i="1">
                <a:solidFill>
                  <a:srgbClr val="66A0C3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N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cione</a:t>
            </a:r>
            <a:r>
              <a:rPr dirty="0" smtClean="0" sz="600" spc="25" i="1">
                <a:solidFill>
                  <a:srgbClr val="7CACCD"/>
                </a:solidFill>
                <a:latin typeface="Arial"/>
                <a:cs typeface="Arial"/>
              </a:rPr>
              <a:t>s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Un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ida</a:t>
            </a:r>
            <a:r>
              <a:rPr dirty="0" smtClean="0" sz="600" spc="-29" i="1">
                <a:solidFill>
                  <a:srgbClr val="7CACCD"/>
                </a:solidFill>
                <a:latin typeface="Arial"/>
                <a:cs typeface="Arial"/>
              </a:rPr>
              <a:t>s</a:t>
            </a:r>
            <a:r>
              <a:rPr dirty="0" smtClean="0" sz="600" spc="0" i="1">
                <a:solidFill>
                  <a:srgbClr val="2F85BA"/>
                </a:solidFill>
                <a:latin typeface="Arial"/>
                <a:cs typeface="Arial"/>
              </a:rPr>
              <a:t>B</a:t>
            </a:r>
            <a:r>
              <a:rPr dirty="0" smtClean="0" sz="600" spc="0" i="1">
                <a:solidFill>
                  <a:srgbClr val="508CB3"/>
                </a:solidFill>
                <a:latin typeface="Arial"/>
                <a:cs typeface="Arial"/>
              </a:rPr>
              <a:t>o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li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vi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88047" y="1707098"/>
            <a:ext cx="4522343" cy="304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45"/>
              </a:lnSpc>
              <a:spcBef>
                <a:spcPts val="117"/>
              </a:spcBef>
            </a:pPr>
            <a:r>
              <a:rPr dirty="0" smtClean="0" sz="2200" spc="0" b="1" u="heavy">
                <a:solidFill>
                  <a:srgbClr val="D3AE5F"/>
                </a:solidFill>
                <a:latin typeface="Times New Roman"/>
                <a:cs typeface="Times New Roman"/>
              </a:rPr>
              <a:t>PROTOCOLO</a:t>
            </a:r>
            <a:r>
              <a:rPr dirty="0" smtClean="0" sz="2200" spc="0" b="1" u="heavy">
                <a:solidFill>
                  <a:srgbClr val="D3AE5F"/>
                </a:solidFill>
                <a:latin typeface="Times New Roman"/>
                <a:cs typeface="Times New Roman"/>
              </a:rPr>
              <a:t> </a:t>
            </a:r>
            <a:r>
              <a:rPr dirty="0" smtClean="0" sz="2200" spc="0" b="1" u="heavy">
                <a:solidFill>
                  <a:srgbClr val="D3AE5F"/>
                </a:solidFill>
                <a:latin typeface="Times New Roman"/>
                <a:cs typeface="Times New Roman"/>
              </a:rPr>
              <a:t>CHRISTAMUN</a:t>
            </a:r>
            <a:r>
              <a:rPr dirty="0" smtClean="0" sz="2200" spc="0" b="1" u="heavy">
                <a:solidFill>
                  <a:srgbClr val="D3AE5F"/>
                </a:solidFill>
                <a:latin typeface="Times New Roman"/>
                <a:cs typeface="Times New Roman"/>
              </a:rPr>
              <a:t> </a:t>
            </a:r>
            <a:r>
              <a:rPr dirty="0" smtClean="0" sz="2200" spc="0" b="1" u="heavy">
                <a:solidFill>
                  <a:srgbClr val="D3AE5F"/>
                </a:solidFill>
                <a:latin typeface="Times New Roman"/>
                <a:cs typeface="Times New Roman"/>
              </a:rPr>
              <a:t>2026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8047" y="2264011"/>
            <a:ext cx="151130" cy="1651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25"/>
              </a:lnSpc>
              <a:spcBef>
                <a:spcPts val="61"/>
              </a:spcBef>
            </a:pP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1.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67447" y="2264011"/>
            <a:ext cx="5734367" cy="1651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25"/>
              </a:lnSpc>
              <a:spcBef>
                <a:spcPts val="61"/>
              </a:spcBef>
            </a:pP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I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N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T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R</a:t>
            </a:r>
            <a:r>
              <a:rPr dirty="0" smtClean="0" sz="1100" spc="4">
                <a:solidFill>
                  <a:srgbClr val="D3AE5F"/>
                </a:solidFill>
                <a:latin typeface="Times New Roman"/>
                <a:cs typeface="Times New Roman"/>
              </a:rPr>
              <a:t>O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D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U</a:t>
            </a:r>
            <a:r>
              <a:rPr dirty="0" smtClean="0" sz="1100" spc="4">
                <a:solidFill>
                  <a:srgbClr val="D3AE5F"/>
                </a:solidFill>
                <a:latin typeface="Times New Roman"/>
                <a:cs typeface="Times New Roman"/>
              </a:rPr>
              <a:t>C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C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I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Ó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N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:</a:t>
            </a:r>
            <a:r>
              <a:rPr dirty="0" smtClean="0" sz="1100" spc="-25">
                <a:solidFill>
                  <a:srgbClr val="D3AE5F"/>
                </a:solidFill>
                <a:latin typeface="Times New Roman"/>
                <a:cs typeface="Times New Roman"/>
              </a:rPr>
              <a:t> </a:t>
            </a:r>
            <a:r>
              <a:rPr dirty="0" smtClean="0" sz="1100" spc="4">
                <a:solidFill>
                  <a:srgbClr val="D3AE5F"/>
                </a:solidFill>
                <a:latin typeface="Times New Roman"/>
                <a:cs typeface="Times New Roman"/>
              </a:rPr>
              <a:t>.............................................................................................................................</a:t>
            </a:r>
            <a:r>
              <a:rPr dirty="0" smtClean="0" sz="1100" spc="44">
                <a:solidFill>
                  <a:srgbClr val="D3AE5F"/>
                </a:solidFill>
                <a:latin typeface="Times New Roman"/>
                <a:cs typeface="Times New Roman"/>
              </a:rPr>
              <a:t>.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3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67447" y="2500231"/>
            <a:ext cx="125145" cy="1651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25"/>
              </a:lnSpc>
              <a:spcBef>
                <a:spcPts val="61"/>
              </a:spcBef>
            </a:pPr>
            <a:r>
              <a:rPr dirty="0" smtClean="0" sz="1100" spc="0">
                <a:solidFill>
                  <a:srgbClr val="172C58"/>
                </a:solidFill>
                <a:latin typeface="Times New Roman"/>
                <a:cs typeface="Times New Roman"/>
              </a:rPr>
              <a:t>−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46911" y="2500231"/>
            <a:ext cx="5454903" cy="1651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25"/>
              </a:lnSpc>
              <a:spcBef>
                <a:spcPts val="61"/>
              </a:spcBef>
            </a:pPr>
            <a:r>
              <a:rPr dirty="0" smtClean="0" sz="1100" spc="0">
                <a:solidFill>
                  <a:srgbClr val="172C58"/>
                </a:solidFill>
                <a:latin typeface="Times New Roman"/>
                <a:cs typeface="Times New Roman"/>
              </a:rPr>
              <a:t>L</a:t>
            </a:r>
            <a:r>
              <a:rPr dirty="0" smtClean="0" sz="1100" spc="-4">
                <a:solidFill>
                  <a:srgbClr val="172C58"/>
                </a:solidFill>
                <a:latin typeface="Times New Roman"/>
                <a:cs typeface="Times New Roman"/>
              </a:rPr>
              <a:t>O</a:t>
            </a:r>
            <a:r>
              <a:rPr dirty="0" smtClean="0" sz="1100" spc="0">
                <a:solidFill>
                  <a:srgbClr val="172C58"/>
                </a:solidFill>
                <a:latin typeface="Times New Roman"/>
                <a:cs typeface="Times New Roman"/>
              </a:rPr>
              <a:t>S</a:t>
            </a:r>
            <a:r>
              <a:rPr dirty="0" smtClean="0" sz="1100" spc="0">
                <a:solidFill>
                  <a:srgbClr val="172C58"/>
                </a:solidFill>
                <a:latin typeface="Times New Roman"/>
                <a:cs typeface="Times New Roman"/>
              </a:rPr>
              <a:t> </a:t>
            </a:r>
            <a:r>
              <a:rPr dirty="0" smtClean="0" sz="1100" spc="0">
                <a:solidFill>
                  <a:srgbClr val="172C58"/>
                </a:solidFill>
                <a:latin typeface="Times New Roman"/>
                <a:cs typeface="Times New Roman"/>
              </a:rPr>
              <a:t>MO</a:t>
            </a:r>
            <a:r>
              <a:rPr dirty="0" smtClean="0" sz="1100" spc="-4">
                <a:solidFill>
                  <a:srgbClr val="172C58"/>
                </a:solidFill>
                <a:latin typeface="Times New Roman"/>
                <a:cs typeface="Times New Roman"/>
              </a:rPr>
              <a:t>D</a:t>
            </a:r>
            <a:r>
              <a:rPr dirty="0" smtClean="0" sz="1100" spc="0">
                <a:solidFill>
                  <a:srgbClr val="172C58"/>
                </a:solidFill>
                <a:latin typeface="Times New Roman"/>
                <a:cs typeface="Times New Roman"/>
              </a:rPr>
              <a:t>E</a:t>
            </a:r>
            <a:r>
              <a:rPr dirty="0" smtClean="0" sz="1100" spc="4">
                <a:solidFill>
                  <a:srgbClr val="172C58"/>
                </a:solidFill>
                <a:latin typeface="Times New Roman"/>
                <a:cs typeface="Times New Roman"/>
              </a:rPr>
              <a:t>L</a:t>
            </a:r>
            <a:r>
              <a:rPr dirty="0" smtClean="0" sz="1100" spc="-4">
                <a:solidFill>
                  <a:srgbClr val="172C58"/>
                </a:solidFill>
                <a:latin typeface="Times New Roman"/>
                <a:cs typeface="Times New Roman"/>
              </a:rPr>
              <a:t>O</a:t>
            </a:r>
            <a:r>
              <a:rPr dirty="0" smtClean="0" sz="1100" spc="0">
                <a:solidFill>
                  <a:srgbClr val="172C58"/>
                </a:solidFill>
                <a:latin typeface="Times New Roman"/>
                <a:cs typeface="Times New Roman"/>
              </a:rPr>
              <a:t>S.</a:t>
            </a:r>
            <a:r>
              <a:rPr dirty="0" smtClean="0" sz="1100" spc="9">
                <a:solidFill>
                  <a:srgbClr val="172C58"/>
                </a:solidFill>
                <a:latin typeface="Times New Roman"/>
                <a:cs typeface="Times New Roman"/>
              </a:rPr>
              <a:t> </a:t>
            </a:r>
            <a:r>
              <a:rPr dirty="0" smtClean="0" sz="1100" spc="0">
                <a:solidFill>
                  <a:srgbClr val="172C58"/>
                </a:solidFill>
                <a:latin typeface="Times New Roman"/>
                <a:cs typeface="Times New Roman"/>
              </a:rPr>
              <a:t>-</a:t>
            </a:r>
            <a:r>
              <a:rPr dirty="0" smtClean="0" sz="1100" spc="-189">
                <a:solidFill>
                  <a:srgbClr val="172C58"/>
                </a:solidFill>
                <a:latin typeface="Times New Roman"/>
                <a:cs typeface="Times New Roman"/>
              </a:rPr>
              <a:t> </a:t>
            </a:r>
            <a:r>
              <a:rPr dirty="0" smtClean="0" sz="1100" spc="4">
                <a:solidFill>
                  <a:srgbClr val="172C58"/>
                </a:solidFill>
                <a:latin typeface="Times New Roman"/>
                <a:cs typeface="Times New Roman"/>
              </a:rPr>
              <a:t>...............................................................</a:t>
            </a:r>
            <a:r>
              <a:rPr dirty="0" smtClean="0" sz="1100" spc="9">
                <a:solidFill>
                  <a:srgbClr val="172C58"/>
                </a:solidFill>
                <a:latin typeface="Times New Roman"/>
                <a:cs typeface="Times New Roman"/>
              </a:rPr>
              <a:t>.</a:t>
            </a:r>
            <a:r>
              <a:rPr dirty="0" smtClean="0" sz="1100" spc="4">
                <a:solidFill>
                  <a:srgbClr val="172C58"/>
                </a:solidFill>
                <a:latin typeface="Times New Roman"/>
                <a:cs typeface="Times New Roman"/>
              </a:rPr>
              <a:t>......................................................</a:t>
            </a:r>
            <a:r>
              <a:rPr dirty="0" smtClean="0" sz="1100" spc="44">
                <a:solidFill>
                  <a:srgbClr val="172C58"/>
                </a:solidFill>
                <a:latin typeface="Times New Roman"/>
                <a:cs typeface="Times New Roman"/>
              </a:rPr>
              <a:t>.</a:t>
            </a:r>
            <a:r>
              <a:rPr dirty="0" smtClean="0" sz="1100" spc="0">
                <a:solidFill>
                  <a:srgbClr val="172C58"/>
                </a:solidFill>
                <a:latin typeface="Times New Roman"/>
                <a:cs typeface="Times New Roman"/>
              </a:rPr>
              <a:t>3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8047" y="2737721"/>
            <a:ext cx="151130" cy="158661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25"/>
              </a:lnSpc>
              <a:spcBef>
                <a:spcPts val="61"/>
              </a:spcBef>
            </a:pP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2.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534"/>
              </a:spcBef>
            </a:pP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3.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604"/>
              </a:spcBef>
            </a:pP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4.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598"/>
              </a:spcBef>
            </a:pP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5.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605"/>
              </a:spcBef>
            </a:pP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6.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595"/>
              </a:spcBef>
            </a:pP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7.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605"/>
              </a:spcBef>
            </a:pP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8.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67447" y="2737721"/>
            <a:ext cx="5734367" cy="158661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25"/>
              </a:lnSpc>
              <a:spcBef>
                <a:spcPts val="61"/>
              </a:spcBef>
            </a:pP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O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R</a:t>
            </a:r>
            <a:r>
              <a:rPr dirty="0" smtClean="0" sz="1100" spc="4">
                <a:solidFill>
                  <a:srgbClr val="D3AE5F"/>
                </a:solidFill>
                <a:latin typeface="Times New Roman"/>
                <a:cs typeface="Times New Roman"/>
              </a:rPr>
              <a:t>G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A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N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IZACI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Ó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N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:</a:t>
            </a:r>
            <a:r>
              <a:rPr dirty="0" smtClean="0" sz="1100" spc="-89">
                <a:solidFill>
                  <a:srgbClr val="D3AE5F"/>
                </a:solidFill>
                <a:latin typeface="Times New Roman"/>
                <a:cs typeface="Times New Roman"/>
              </a:rPr>
              <a:t> </a:t>
            </a:r>
            <a:r>
              <a:rPr dirty="0" smtClean="0" sz="1100" spc="4">
                <a:solidFill>
                  <a:srgbClr val="D3AE5F"/>
                </a:solidFill>
                <a:latin typeface="Times New Roman"/>
                <a:cs typeface="Times New Roman"/>
              </a:rPr>
              <a:t>.............................................................................................................................</a:t>
            </a:r>
            <a:r>
              <a:rPr dirty="0" smtClean="0" sz="1100" spc="44">
                <a:solidFill>
                  <a:srgbClr val="D3AE5F"/>
                </a:solidFill>
                <a:latin typeface="Times New Roman"/>
                <a:cs typeface="Times New Roman"/>
              </a:rPr>
              <a:t>.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3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534"/>
              </a:spcBef>
            </a:pP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D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E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L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EG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A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C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I</a:t>
            </a:r>
            <a:r>
              <a:rPr dirty="0" smtClean="0" sz="1100" spc="4">
                <a:solidFill>
                  <a:srgbClr val="D3AE5F"/>
                </a:solidFill>
                <a:latin typeface="Times New Roman"/>
                <a:cs typeface="Times New Roman"/>
              </a:rPr>
              <a:t>O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N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E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S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:</a:t>
            </a:r>
            <a:r>
              <a:rPr dirty="0" smtClean="0" sz="1100" spc="-25">
                <a:solidFill>
                  <a:srgbClr val="D3AE5F"/>
                </a:solidFill>
                <a:latin typeface="Times New Roman"/>
                <a:cs typeface="Times New Roman"/>
              </a:rPr>
              <a:t> </a:t>
            </a:r>
            <a:r>
              <a:rPr dirty="0" smtClean="0" sz="1100" spc="4">
                <a:solidFill>
                  <a:srgbClr val="D3AE5F"/>
                </a:solidFill>
                <a:latin typeface="Times New Roman"/>
                <a:cs typeface="Times New Roman"/>
              </a:rPr>
              <a:t>.............................................................................................................................</a:t>
            </a:r>
            <a:r>
              <a:rPr dirty="0" smtClean="0" sz="1100" spc="44">
                <a:solidFill>
                  <a:srgbClr val="D3AE5F"/>
                </a:solidFill>
                <a:latin typeface="Times New Roman"/>
                <a:cs typeface="Times New Roman"/>
              </a:rPr>
              <a:t>.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5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604"/>
              </a:spcBef>
            </a:pP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N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O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R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M</a:t>
            </a:r>
            <a:r>
              <a:rPr dirty="0" smtClean="0" sz="1100" spc="4">
                <a:solidFill>
                  <a:srgbClr val="D3AE5F"/>
                </a:solidFill>
                <a:latin typeface="Times New Roman"/>
                <a:cs typeface="Times New Roman"/>
              </a:rPr>
              <a:t>A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S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 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D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E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 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C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O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M</a:t>
            </a:r>
            <a:r>
              <a:rPr dirty="0" smtClean="0" sz="1100" spc="9">
                <a:solidFill>
                  <a:srgbClr val="D3AE5F"/>
                </a:solidFill>
                <a:latin typeface="Times New Roman"/>
                <a:cs typeface="Times New Roman"/>
              </a:rPr>
              <a:t>P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O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R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T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A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M</a:t>
            </a:r>
            <a:r>
              <a:rPr dirty="0" smtClean="0" sz="1100" spc="4">
                <a:solidFill>
                  <a:srgbClr val="D3AE5F"/>
                </a:solidFill>
                <a:latin typeface="Times New Roman"/>
                <a:cs typeface="Times New Roman"/>
              </a:rPr>
              <a:t>I</a:t>
            </a:r>
            <a:r>
              <a:rPr dirty="0" smtClean="0" sz="1100" spc="4">
                <a:solidFill>
                  <a:srgbClr val="D3AE5F"/>
                </a:solidFill>
                <a:latin typeface="Times New Roman"/>
                <a:cs typeface="Times New Roman"/>
              </a:rPr>
              <a:t>E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N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T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O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:</a:t>
            </a:r>
            <a:r>
              <a:rPr dirty="0" smtClean="0" sz="1100" spc="-79">
                <a:solidFill>
                  <a:srgbClr val="D3AE5F"/>
                </a:solidFill>
                <a:latin typeface="Times New Roman"/>
                <a:cs typeface="Times New Roman"/>
              </a:rPr>
              <a:t> </a:t>
            </a:r>
            <a:r>
              <a:rPr dirty="0" smtClean="0" sz="1100" spc="4">
                <a:solidFill>
                  <a:srgbClr val="D3AE5F"/>
                </a:solidFill>
                <a:latin typeface="Times New Roman"/>
                <a:cs typeface="Times New Roman"/>
              </a:rPr>
              <a:t>...............................</a:t>
            </a:r>
            <a:r>
              <a:rPr dirty="0" smtClean="0" sz="1100" spc="9">
                <a:solidFill>
                  <a:srgbClr val="D3AE5F"/>
                </a:solidFill>
                <a:latin typeface="Times New Roman"/>
                <a:cs typeface="Times New Roman"/>
              </a:rPr>
              <a:t>.</a:t>
            </a:r>
            <a:r>
              <a:rPr dirty="0" smtClean="0" sz="1100" spc="4">
                <a:solidFill>
                  <a:srgbClr val="D3AE5F"/>
                </a:solidFill>
                <a:latin typeface="Times New Roman"/>
                <a:cs typeface="Times New Roman"/>
              </a:rPr>
              <a:t>..............................................................</a:t>
            </a:r>
            <a:r>
              <a:rPr dirty="0" smtClean="0" sz="1100" spc="50">
                <a:solidFill>
                  <a:srgbClr val="D3AE5F"/>
                </a:solidFill>
                <a:latin typeface="Times New Roman"/>
                <a:cs typeface="Times New Roman"/>
              </a:rPr>
              <a:t>.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6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598"/>
              </a:spcBef>
            </a:pP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N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O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R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M</a:t>
            </a:r>
            <a:r>
              <a:rPr dirty="0" smtClean="0" sz="1100" spc="4">
                <a:solidFill>
                  <a:srgbClr val="D3AE5F"/>
                </a:solidFill>
                <a:latin typeface="Times New Roman"/>
                <a:cs typeface="Times New Roman"/>
              </a:rPr>
              <a:t>A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S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 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D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E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 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PRO</a:t>
            </a:r>
            <a:r>
              <a:rPr dirty="0" smtClean="0" sz="1100" spc="4">
                <a:solidFill>
                  <a:srgbClr val="D3AE5F"/>
                </a:solidFill>
                <a:latin typeface="Times New Roman"/>
                <a:cs typeface="Times New Roman"/>
              </a:rPr>
              <a:t>C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E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D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IM</a:t>
            </a:r>
            <a:r>
              <a:rPr dirty="0" smtClean="0" sz="1100" spc="4">
                <a:solidFill>
                  <a:srgbClr val="D3AE5F"/>
                </a:solidFill>
                <a:latin typeface="Times New Roman"/>
                <a:cs typeface="Times New Roman"/>
              </a:rPr>
              <a:t>I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E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N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T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O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:</a:t>
            </a:r>
            <a:r>
              <a:rPr dirty="0" smtClean="0" sz="1100" spc="-79">
                <a:solidFill>
                  <a:srgbClr val="D3AE5F"/>
                </a:solidFill>
                <a:latin typeface="Times New Roman"/>
                <a:cs typeface="Times New Roman"/>
              </a:rPr>
              <a:t> </a:t>
            </a:r>
            <a:r>
              <a:rPr dirty="0" smtClean="0" sz="1100" spc="4">
                <a:solidFill>
                  <a:srgbClr val="D3AE5F"/>
                </a:solidFill>
                <a:latin typeface="Times New Roman"/>
                <a:cs typeface="Times New Roman"/>
              </a:rPr>
              <a:t>...............................................................</a:t>
            </a:r>
            <a:r>
              <a:rPr dirty="0" smtClean="0" sz="1100" spc="9">
                <a:solidFill>
                  <a:srgbClr val="D3AE5F"/>
                </a:solidFill>
                <a:latin typeface="Times New Roman"/>
                <a:cs typeface="Times New Roman"/>
              </a:rPr>
              <a:t>.</a:t>
            </a:r>
            <a:r>
              <a:rPr dirty="0" smtClean="0" sz="1100" spc="4">
                <a:solidFill>
                  <a:srgbClr val="D3AE5F"/>
                </a:solidFill>
                <a:latin typeface="Times New Roman"/>
                <a:cs typeface="Times New Roman"/>
              </a:rPr>
              <a:t>...................................</a:t>
            </a:r>
            <a:r>
              <a:rPr dirty="0" smtClean="0" sz="1100" spc="44">
                <a:solidFill>
                  <a:srgbClr val="D3AE5F"/>
                </a:solidFill>
                <a:latin typeface="Times New Roman"/>
                <a:cs typeface="Times New Roman"/>
              </a:rPr>
              <a:t>.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9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605"/>
              </a:spcBef>
            </a:pP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P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U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N</a:t>
            </a:r>
            <a:r>
              <a:rPr dirty="0" smtClean="0" sz="1100" spc="4">
                <a:solidFill>
                  <a:srgbClr val="D3AE5F"/>
                </a:solidFill>
                <a:latin typeface="Times New Roman"/>
                <a:cs typeface="Times New Roman"/>
              </a:rPr>
              <a:t>T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O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S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 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P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A</a:t>
            </a:r>
            <a:r>
              <a:rPr dirty="0" smtClean="0" sz="1100" spc="4">
                <a:solidFill>
                  <a:srgbClr val="D3AE5F"/>
                </a:solidFill>
                <a:latin typeface="Times New Roman"/>
                <a:cs typeface="Times New Roman"/>
              </a:rPr>
              <a:t>R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A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 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EL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 </a:t>
            </a:r>
            <a:r>
              <a:rPr dirty="0" smtClean="0" sz="1100" spc="4">
                <a:solidFill>
                  <a:srgbClr val="D3AE5F"/>
                </a:solidFill>
                <a:latin typeface="Times New Roman"/>
                <a:cs typeface="Times New Roman"/>
              </a:rPr>
              <a:t>D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E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S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A</a:t>
            </a:r>
            <a:r>
              <a:rPr dirty="0" smtClean="0" sz="1100" spc="4">
                <a:solidFill>
                  <a:srgbClr val="D3AE5F"/>
                </a:solidFill>
                <a:latin typeface="Times New Roman"/>
                <a:cs typeface="Times New Roman"/>
              </a:rPr>
              <a:t>R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R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O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L</a:t>
            </a:r>
            <a:r>
              <a:rPr dirty="0" smtClean="0" sz="1100" spc="4">
                <a:solidFill>
                  <a:srgbClr val="D3AE5F"/>
                </a:solidFill>
                <a:latin typeface="Times New Roman"/>
                <a:cs typeface="Times New Roman"/>
              </a:rPr>
              <a:t>L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O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 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D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EL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 </a:t>
            </a:r>
            <a:r>
              <a:rPr dirty="0" smtClean="0" sz="1100" spc="9">
                <a:solidFill>
                  <a:srgbClr val="D3AE5F"/>
                </a:solidFill>
                <a:latin typeface="Times New Roman"/>
                <a:cs typeface="Times New Roman"/>
              </a:rPr>
              <a:t>F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O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R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O</a:t>
            </a:r>
            <a:r>
              <a:rPr dirty="0" smtClean="0" sz="1100" spc="64">
                <a:solidFill>
                  <a:srgbClr val="D3AE5F"/>
                </a:solidFill>
                <a:latin typeface="Times New Roman"/>
                <a:cs typeface="Times New Roman"/>
              </a:rPr>
              <a:t>:</a:t>
            </a:r>
            <a:r>
              <a:rPr dirty="0" smtClean="0" sz="1100" spc="4">
                <a:solidFill>
                  <a:srgbClr val="D3AE5F"/>
                </a:solidFill>
                <a:latin typeface="Times New Roman"/>
                <a:cs typeface="Times New Roman"/>
              </a:rPr>
              <a:t>...............................</a:t>
            </a:r>
            <a:r>
              <a:rPr dirty="0" smtClean="0" sz="1100" spc="9">
                <a:solidFill>
                  <a:srgbClr val="D3AE5F"/>
                </a:solidFill>
                <a:latin typeface="Times New Roman"/>
                <a:cs typeface="Times New Roman"/>
              </a:rPr>
              <a:t>.</a:t>
            </a:r>
            <a:r>
              <a:rPr dirty="0" smtClean="0" sz="1100" spc="4">
                <a:solidFill>
                  <a:srgbClr val="D3AE5F"/>
                </a:solidFill>
                <a:latin typeface="Times New Roman"/>
                <a:cs typeface="Times New Roman"/>
              </a:rPr>
              <a:t>..........................................</a:t>
            </a:r>
            <a:r>
              <a:rPr dirty="0" smtClean="0" sz="1100" spc="54">
                <a:solidFill>
                  <a:srgbClr val="D3AE5F"/>
                </a:solidFill>
                <a:latin typeface="Times New Roman"/>
                <a:cs typeface="Times New Roman"/>
              </a:rPr>
              <a:t>.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15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595"/>
              </a:spcBef>
            </a:pP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D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O</a:t>
            </a:r>
            <a:r>
              <a:rPr dirty="0" smtClean="0" sz="1100" spc="4">
                <a:solidFill>
                  <a:srgbClr val="D3AE5F"/>
                </a:solidFill>
                <a:latin typeface="Times New Roman"/>
                <a:cs typeface="Times New Roman"/>
              </a:rPr>
              <a:t>C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U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ME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N</a:t>
            </a:r>
            <a:r>
              <a:rPr dirty="0" smtClean="0" sz="1100" spc="4">
                <a:solidFill>
                  <a:srgbClr val="D3AE5F"/>
                </a:solidFill>
                <a:latin typeface="Times New Roman"/>
                <a:cs typeface="Times New Roman"/>
              </a:rPr>
              <a:t>T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O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S:</a:t>
            </a:r>
            <a:r>
              <a:rPr dirty="0" smtClean="0" sz="1100" spc="-139">
                <a:solidFill>
                  <a:srgbClr val="D3AE5F"/>
                </a:solidFill>
                <a:latin typeface="Times New Roman"/>
                <a:cs typeface="Times New Roman"/>
              </a:rPr>
              <a:t> </a:t>
            </a:r>
            <a:r>
              <a:rPr dirty="0" smtClean="0" sz="1100" spc="4">
                <a:solidFill>
                  <a:srgbClr val="D3AE5F"/>
                </a:solidFill>
                <a:latin typeface="Times New Roman"/>
                <a:cs typeface="Times New Roman"/>
              </a:rPr>
              <a:t>..............................................................................................................................</a:t>
            </a:r>
            <a:r>
              <a:rPr dirty="0" smtClean="0" sz="1100" spc="59">
                <a:solidFill>
                  <a:srgbClr val="D3AE5F"/>
                </a:solidFill>
                <a:latin typeface="Times New Roman"/>
                <a:cs typeface="Times New Roman"/>
              </a:rPr>
              <a:t>.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17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605"/>
              </a:spcBef>
            </a:pP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F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R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A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S</a:t>
            </a:r>
            <a:r>
              <a:rPr dirty="0" smtClean="0" sz="1100" spc="4">
                <a:solidFill>
                  <a:srgbClr val="D3AE5F"/>
                </a:solidFill>
                <a:latin typeface="Times New Roman"/>
                <a:cs typeface="Times New Roman"/>
              </a:rPr>
              <a:t>E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S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 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I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N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T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R</a:t>
            </a:r>
            <a:r>
              <a:rPr dirty="0" smtClean="0" sz="1100" spc="4">
                <a:solidFill>
                  <a:srgbClr val="D3AE5F"/>
                </a:solidFill>
                <a:latin typeface="Times New Roman"/>
                <a:cs typeface="Times New Roman"/>
              </a:rPr>
              <a:t>O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D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U</a:t>
            </a:r>
            <a:r>
              <a:rPr dirty="0" smtClean="0" sz="1100" spc="4">
                <a:solidFill>
                  <a:srgbClr val="D3AE5F"/>
                </a:solidFill>
                <a:latin typeface="Times New Roman"/>
                <a:cs typeface="Times New Roman"/>
              </a:rPr>
              <a:t>C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T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O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R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I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A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S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 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Y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 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O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P</a:t>
            </a:r>
            <a:r>
              <a:rPr dirty="0" smtClean="0" sz="1100" spc="4">
                <a:solidFill>
                  <a:srgbClr val="D3AE5F"/>
                </a:solidFill>
                <a:latin typeface="Times New Roman"/>
                <a:cs typeface="Times New Roman"/>
              </a:rPr>
              <a:t>E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R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A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T</a:t>
            </a:r>
            <a:r>
              <a:rPr dirty="0" smtClean="0" sz="1100" spc="9">
                <a:solidFill>
                  <a:srgbClr val="D3AE5F"/>
                </a:solidFill>
                <a:latin typeface="Times New Roman"/>
                <a:cs typeface="Times New Roman"/>
              </a:rPr>
              <a:t>I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V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A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S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 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D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E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 </a:t>
            </a:r>
            <a:r>
              <a:rPr dirty="0" smtClean="0" sz="1100" spc="9">
                <a:solidFill>
                  <a:srgbClr val="D3AE5F"/>
                </a:solidFill>
                <a:latin typeface="Times New Roman"/>
                <a:cs typeface="Times New Roman"/>
              </a:rPr>
              <a:t>U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N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A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 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R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E</a:t>
            </a:r>
            <a:r>
              <a:rPr dirty="0" smtClean="0" sz="1100" spc="4">
                <a:solidFill>
                  <a:srgbClr val="D3AE5F"/>
                </a:solidFill>
                <a:latin typeface="Times New Roman"/>
                <a:cs typeface="Times New Roman"/>
              </a:rPr>
              <a:t>S</a:t>
            </a:r>
            <a:r>
              <a:rPr dirty="0" smtClean="0" sz="1100" spc="4">
                <a:solidFill>
                  <a:srgbClr val="D3AE5F"/>
                </a:solidFill>
                <a:latin typeface="Times New Roman"/>
                <a:cs typeface="Times New Roman"/>
              </a:rPr>
              <a:t>O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L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U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C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I</a:t>
            </a:r>
            <a:r>
              <a:rPr dirty="0" smtClean="0" sz="1100" spc="4">
                <a:solidFill>
                  <a:srgbClr val="D3AE5F"/>
                </a:solidFill>
                <a:latin typeface="Times New Roman"/>
                <a:cs typeface="Times New Roman"/>
              </a:rPr>
              <a:t>Ó</a:t>
            </a:r>
            <a:r>
              <a:rPr dirty="0" smtClean="0" sz="1100" spc="-4">
                <a:solidFill>
                  <a:srgbClr val="D3AE5F"/>
                </a:solidFill>
                <a:latin typeface="Times New Roman"/>
                <a:cs typeface="Times New Roman"/>
              </a:rPr>
              <a:t>N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.</a:t>
            </a:r>
            <a:r>
              <a:rPr dirty="0" smtClean="0" sz="1100" spc="-204">
                <a:solidFill>
                  <a:srgbClr val="D3AE5F"/>
                </a:solidFill>
                <a:latin typeface="Times New Roman"/>
                <a:cs typeface="Times New Roman"/>
              </a:rPr>
              <a:t> </a:t>
            </a:r>
            <a:r>
              <a:rPr dirty="0" smtClean="0" sz="1100" spc="4">
                <a:solidFill>
                  <a:srgbClr val="D3AE5F"/>
                </a:solidFill>
                <a:latin typeface="Times New Roman"/>
                <a:cs typeface="Times New Roman"/>
              </a:rPr>
              <a:t>.................................</a:t>
            </a:r>
            <a:r>
              <a:rPr dirty="0" smtClean="0" sz="1100" spc="54">
                <a:solidFill>
                  <a:srgbClr val="D3AE5F"/>
                </a:solidFill>
                <a:latin typeface="Times New Roman"/>
                <a:cs typeface="Times New Roman"/>
              </a:rPr>
              <a:t>.</a:t>
            </a:r>
            <a:r>
              <a:rPr dirty="0" smtClean="0" sz="1100" spc="0">
                <a:solidFill>
                  <a:srgbClr val="D3AE5F"/>
                </a:solidFill>
                <a:latin typeface="Times New Roman"/>
                <a:cs typeface="Times New Roman"/>
              </a:rPr>
              <a:t>20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67447" y="4395452"/>
            <a:ext cx="125145" cy="6388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25"/>
              </a:lnSpc>
              <a:spcBef>
                <a:spcPts val="61"/>
              </a:spcBef>
            </a:pPr>
            <a:r>
              <a:rPr dirty="0" smtClean="0" sz="1100" spc="0">
                <a:solidFill>
                  <a:srgbClr val="172C58"/>
                </a:solidFill>
                <a:latin typeface="Times New Roman"/>
                <a:cs typeface="Times New Roman"/>
              </a:rPr>
              <a:t>−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543"/>
              </a:spcBef>
            </a:pPr>
            <a:r>
              <a:rPr dirty="0" smtClean="0" sz="1100" spc="0">
                <a:solidFill>
                  <a:srgbClr val="172C58"/>
                </a:solidFill>
                <a:latin typeface="Times New Roman"/>
                <a:cs typeface="Times New Roman"/>
              </a:rPr>
              <a:t>−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595"/>
              </a:spcBef>
            </a:pPr>
            <a:r>
              <a:rPr dirty="0" smtClean="0" sz="1100" spc="0">
                <a:solidFill>
                  <a:srgbClr val="172C58"/>
                </a:solidFill>
                <a:latin typeface="Times New Roman"/>
                <a:cs typeface="Times New Roman"/>
              </a:rPr>
              <a:t>−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46911" y="4395452"/>
            <a:ext cx="5454903" cy="6388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25"/>
              </a:lnSpc>
              <a:spcBef>
                <a:spcPts val="61"/>
              </a:spcBef>
            </a:pPr>
            <a:r>
              <a:rPr dirty="0" smtClean="0" sz="1100" spc="0">
                <a:solidFill>
                  <a:srgbClr val="172C58"/>
                </a:solidFill>
                <a:latin typeface="Times New Roman"/>
                <a:cs typeface="Times New Roman"/>
              </a:rPr>
              <a:t>F</a:t>
            </a:r>
            <a:r>
              <a:rPr dirty="0" smtClean="0" sz="1100" spc="-4">
                <a:solidFill>
                  <a:srgbClr val="172C58"/>
                </a:solidFill>
                <a:latin typeface="Times New Roman"/>
                <a:cs typeface="Times New Roman"/>
              </a:rPr>
              <a:t>R</a:t>
            </a:r>
            <a:r>
              <a:rPr dirty="0" smtClean="0" sz="1100" spc="-4">
                <a:solidFill>
                  <a:srgbClr val="172C58"/>
                </a:solidFill>
                <a:latin typeface="Times New Roman"/>
                <a:cs typeface="Times New Roman"/>
              </a:rPr>
              <a:t>A</a:t>
            </a:r>
            <a:r>
              <a:rPr dirty="0" smtClean="0" sz="1100" spc="0">
                <a:solidFill>
                  <a:srgbClr val="172C58"/>
                </a:solidFill>
                <a:latin typeface="Times New Roman"/>
                <a:cs typeface="Times New Roman"/>
              </a:rPr>
              <a:t>S</a:t>
            </a:r>
            <a:r>
              <a:rPr dirty="0" smtClean="0" sz="1100" spc="4">
                <a:solidFill>
                  <a:srgbClr val="172C58"/>
                </a:solidFill>
                <a:latin typeface="Times New Roman"/>
                <a:cs typeface="Times New Roman"/>
              </a:rPr>
              <a:t>E</a:t>
            </a:r>
            <a:r>
              <a:rPr dirty="0" smtClean="0" sz="1100" spc="0">
                <a:solidFill>
                  <a:srgbClr val="172C58"/>
                </a:solidFill>
                <a:latin typeface="Times New Roman"/>
                <a:cs typeface="Times New Roman"/>
              </a:rPr>
              <a:t>S</a:t>
            </a:r>
            <a:r>
              <a:rPr dirty="0" smtClean="0" sz="1100" spc="0">
                <a:solidFill>
                  <a:srgbClr val="172C58"/>
                </a:solidFill>
                <a:latin typeface="Times New Roman"/>
                <a:cs typeface="Times New Roman"/>
              </a:rPr>
              <a:t> </a:t>
            </a:r>
            <a:r>
              <a:rPr dirty="0" smtClean="0" sz="1100" spc="0">
                <a:solidFill>
                  <a:srgbClr val="172C58"/>
                </a:solidFill>
                <a:latin typeface="Times New Roman"/>
                <a:cs typeface="Times New Roman"/>
              </a:rPr>
              <a:t>I</a:t>
            </a:r>
            <a:r>
              <a:rPr dirty="0" smtClean="0" sz="1100" spc="-4">
                <a:solidFill>
                  <a:srgbClr val="172C58"/>
                </a:solidFill>
                <a:latin typeface="Times New Roman"/>
                <a:cs typeface="Times New Roman"/>
              </a:rPr>
              <a:t>N</a:t>
            </a:r>
            <a:r>
              <a:rPr dirty="0" smtClean="0" sz="1100" spc="0">
                <a:solidFill>
                  <a:srgbClr val="172C58"/>
                </a:solidFill>
                <a:latin typeface="Times New Roman"/>
                <a:cs typeface="Times New Roman"/>
              </a:rPr>
              <a:t>T</a:t>
            </a:r>
            <a:r>
              <a:rPr dirty="0" smtClean="0" sz="1100" spc="-4">
                <a:solidFill>
                  <a:srgbClr val="172C58"/>
                </a:solidFill>
                <a:latin typeface="Times New Roman"/>
                <a:cs typeface="Times New Roman"/>
              </a:rPr>
              <a:t>R</a:t>
            </a:r>
            <a:r>
              <a:rPr dirty="0" smtClean="0" sz="1100" spc="4">
                <a:solidFill>
                  <a:srgbClr val="172C58"/>
                </a:solidFill>
                <a:latin typeface="Times New Roman"/>
                <a:cs typeface="Times New Roman"/>
              </a:rPr>
              <a:t>O</a:t>
            </a:r>
            <a:r>
              <a:rPr dirty="0" smtClean="0" sz="1100" spc="-4">
                <a:solidFill>
                  <a:srgbClr val="172C58"/>
                </a:solidFill>
                <a:latin typeface="Times New Roman"/>
                <a:cs typeface="Times New Roman"/>
              </a:rPr>
              <a:t>D</a:t>
            </a:r>
            <a:r>
              <a:rPr dirty="0" smtClean="0" sz="1100" spc="-4">
                <a:solidFill>
                  <a:srgbClr val="172C58"/>
                </a:solidFill>
                <a:latin typeface="Times New Roman"/>
                <a:cs typeface="Times New Roman"/>
              </a:rPr>
              <a:t>U</a:t>
            </a:r>
            <a:r>
              <a:rPr dirty="0" smtClean="0" sz="1100" spc="4">
                <a:solidFill>
                  <a:srgbClr val="172C58"/>
                </a:solidFill>
                <a:latin typeface="Times New Roman"/>
                <a:cs typeface="Times New Roman"/>
              </a:rPr>
              <a:t>C</a:t>
            </a:r>
            <a:r>
              <a:rPr dirty="0" smtClean="0" sz="1100" spc="0">
                <a:solidFill>
                  <a:srgbClr val="172C58"/>
                </a:solidFill>
                <a:latin typeface="Times New Roman"/>
                <a:cs typeface="Times New Roman"/>
              </a:rPr>
              <a:t>T</a:t>
            </a:r>
            <a:r>
              <a:rPr dirty="0" smtClean="0" sz="1100" spc="-4">
                <a:solidFill>
                  <a:srgbClr val="172C58"/>
                </a:solidFill>
                <a:latin typeface="Times New Roman"/>
                <a:cs typeface="Times New Roman"/>
              </a:rPr>
              <a:t>O</a:t>
            </a:r>
            <a:r>
              <a:rPr dirty="0" smtClean="0" sz="1100" spc="-4">
                <a:solidFill>
                  <a:srgbClr val="172C58"/>
                </a:solidFill>
                <a:latin typeface="Times New Roman"/>
                <a:cs typeface="Times New Roman"/>
              </a:rPr>
              <a:t>R</a:t>
            </a:r>
            <a:r>
              <a:rPr dirty="0" smtClean="0" sz="1100" spc="0">
                <a:solidFill>
                  <a:srgbClr val="172C58"/>
                </a:solidFill>
                <a:latin typeface="Times New Roman"/>
                <a:cs typeface="Times New Roman"/>
              </a:rPr>
              <a:t>I</a:t>
            </a:r>
            <a:r>
              <a:rPr dirty="0" smtClean="0" sz="1100" spc="-4">
                <a:solidFill>
                  <a:srgbClr val="172C58"/>
                </a:solidFill>
                <a:latin typeface="Times New Roman"/>
                <a:cs typeface="Times New Roman"/>
              </a:rPr>
              <a:t>A</a:t>
            </a:r>
            <a:r>
              <a:rPr dirty="0" smtClean="0" sz="1100" spc="50">
                <a:solidFill>
                  <a:srgbClr val="172C58"/>
                </a:solidFill>
                <a:latin typeface="Times New Roman"/>
                <a:cs typeface="Times New Roman"/>
              </a:rPr>
              <a:t>S</a:t>
            </a:r>
            <a:r>
              <a:rPr dirty="0" smtClean="0" sz="1100" spc="4">
                <a:solidFill>
                  <a:srgbClr val="172C58"/>
                </a:solidFill>
                <a:latin typeface="Times New Roman"/>
                <a:cs typeface="Times New Roman"/>
              </a:rPr>
              <a:t>...............................................................</a:t>
            </a:r>
            <a:r>
              <a:rPr dirty="0" smtClean="0" sz="1100" spc="9">
                <a:solidFill>
                  <a:srgbClr val="172C58"/>
                </a:solidFill>
                <a:latin typeface="Times New Roman"/>
                <a:cs typeface="Times New Roman"/>
              </a:rPr>
              <a:t>.</a:t>
            </a:r>
            <a:r>
              <a:rPr dirty="0" smtClean="0" sz="1100" spc="4">
                <a:solidFill>
                  <a:srgbClr val="172C58"/>
                </a:solidFill>
                <a:latin typeface="Times New Roman"/>
                <a:cs typeface="Times New Roman"/>
              </a:rPr>
              <a:t>.................................</a:t>
            </a:r>
            <a:r>
              <a:rPr dirty="0" smtClean="0" sz="1100" spc="54">
                <a:solidFill>
                  <a:srgbClr val="172C58"/>
                </a:solidFill>
                <a:latin typeface="Times New Roman"/>
                <a:cs typeface="Times New Roman"/>
              </a:rPr>
              <a:t>.</a:t>
            </a:r>
            <a:r>
              <a:rPr dirty="0" smtClean="0" sz="1100" spc="0">
                <a:solidFill>
                  <a:srgbClr val="172C58"/>
                </a:solidFill>
                <a:latin typeface="Times New Roman"/>
                <a:cs typeface="Times New Roman"/>
              </a:rPr>
              <a:t>20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543"/>
              </a:spcBef>
            </a:pPr>
            <a:r>
              <a:rPr dirty="0" smtClean="0" sz="1100" spc="0">
                <a:solidFill>
                  <a:srgbClr val="172C58"/>
                </a:solidFill>
                <a:latin typeface="Times New Roman"/>
                <a:cs typeface="Times New Roman"/>
              </a:rPr>
              <a:t>F</a:t>
            </a:r>
            <a:r>
              <a:rPr dirty="0" smtClean="0" sz="1100" spc="-4">
                <a:solidFill>
                  <a:srgbClr val="172C58"/>
                </a:solidFill>
                <a:latin typeface="Times New Roman"/>
                <a:cs typeface="Times New Roman"/>
              </a:rPr>
              <a:t>R</a:t>
            </a:r>
            <a:r>
              <a:rPr dirty="0" smtClean="0" sz="1100" spc="-4">
                <a:solidFill>
                  <a:srgbClr val="172C58"/>
                </a:solidFill>
                <a:latin typeface="Times New Roman"/>
                <a:cs typeface="Times New Roman"/>
              </a:rPr>
              <a:t>A</a:t>
            </a:r>
            <a:r>
              <a:rPr dirty="0" smtClean="0" sz="1100" spc="0">
                <a:solidFill>
                  <a:srgbClr val="172C58"/>
                </a:solidFill>
                <a:latin typeface="Times New Roman"/>
                <a:cs typeface="Times New Roman"/>
              </a:rPr>
              <a:t>S</a:t>
            </a:r>
            <a:r>
              <a:rPr dirty="0" smtClean="0" sz="1100" spc="4">
                <a:solidFill>
                  <a:srgbClr val="172C58"/>
                </a:solidFill>
                <a:latin typeface="Times New Roman"/>
                <a:cs typeface="Times New Roman"/>
              </a:rPr>
              <a:t>E</a:t>
            </a:r>
            <a:r>
              <a:rPr dirty="0" smtClean="0" sz="1100" spc="0">
                <a:solidFill>
                  <a:srgbClr val="172C58"/>
                </a:solidFill>
                <a:latin typeface="Times New Roman"/>
                <a:cs typeface="Times New Roman"/>
              </a:rPr>
              <a:t>S</a:t>
            </a:r>
            <a:r>
              <a:rPr dirty="0" smtClean="0" sz="1100" spc="0">
                <a:solidFill>
                  <a:srgbClr val="172C58"/>
                </a:solidFill>
                <a:latin typeface="Times New Roman"/>
                <a:cs typeface="Times New Roman"/>
              </a:rPr>
              <a:t> </a:t>
            </a:r>
            <a:r>
              <a:rPr dirty="0" smtClean="0" sz="1100" spc="-4">
                <a:solidFill>
                  <a:srgbClr val="172C58"/>
                </a:solidFill>
                <a:latin typeface="Times New Roman"/>
                <a:cs typeface="Times New Roman"/>
              </a:rPr>
              <a:t>O</a:t>
            </a:r>
            <a:r>
              <a:rPr dirty="0" smtClean="0" sz="1100" spc="0">
                <a:solidFill>
                  <a:srgbClr val="172C58"/>
                </a:solidFill>
                <a:latin typeface="Times New Roman"/>
                <a:cs typeface="Times New Roman"/>
              </a:rPr>
              <a:t>P</a:t>
            </a:r>
            <a:r>
              <a:rPr dirty="0" smtClean="0" sz="1100" spc="-4">
                <a:solidFill>
                  <a:srgbClr val="172C58"/>
                </a:solidFill>
                <a:latin typeface="Times New Roman"/>
                <a:cs typeface="Times New Roman"/>
              </a:rPr>
              <a:t>E</a:t>
            </a:r>
            <a:r>
              <a:rPr dirty="0" smtClean="0" sz="1100" spc="4">
                <a:solidFill>
                  <a:srgbClr val="172C58"/>
                </a:solidFill>
                <a:latin typeface="Times New Roman"/>
                <a:cs typeface="Times New Roman"/>
              </a:rPr>
              <a:t>R</a:t>
            </a:r>
            <a:r>
              <a:rPr dirty="0" smtClean="0" sz="1100" spc="-4">
                <a:solidFill>
                  <a:srgbClr val="172C58"/>
                </a:solidFill>
                <a:latin typeface="Times New Roman"/>
                <a:cs typeface="Times New Roman"/>
              </a:rPr>
              <a:t>A</a:t>
            </a:r>
            <a:r>
              <a:rPr dirty="0" smtClean="0" sz="1100" spc="0">
                <a:solidFill>
                  <a:srgbClr val="172C58"/>
                </a:solidFill>
                <a:latin typeface="Times New Roman"/>
                <a:cs typeface="Times New Roman"/>
              </a:rPr>
              <a:t>TI</a:t>
            </a:r>
            <a:r>
              <a:rPr dirty="0" smtClean="0" sz="1100" spc="4">
                <a:solidFill>
                  <a:srgbClr val="172C58"/>
                </a:solidFill>
                <a:latin typeface="Times New Roman"/>
                <a:cs typeface="Times New Roman"/>
              </a:rPr>
              <a:t>V</a:t>
            </a:r>
            <a:r>
              <a:rPr dirty="0" smtClean="0" sz="1100" spc="-4">
                <a:solidFill>
                  <a:srgbClr val="172C58"/>
                </a:solidFill>
                <a:latin typeface="Times New Roman"/>
                <a:cs typeface="Times New Roman"/>
              </a:rPr>
              <a:t>A</a:t>
            </a:r>
            <a:r>
              <a:rPr dirty="0" smtClean="0" sz="1100" spc="44">
                <a:solidFill>
                  <a:srgbClr val="172C58"/>
                </a:solidFill>
                <a:latin typeface="Times New Roman"/>
                <a:cs typeface="Times New Roman"/>
              </a:rPr>
              <a:t>S</a:t>
            </a:r>
            <a:r>
              <a:rPr dirty="0" smtClean="0" sz="1100" spc="4">
                <a:solidFill>
                  <a:srgbClr val="172C58"/>
                </a:solidFill>
                <a:latin typeface="Times New Roman"/>
                <a:cs typeface="Times New Roman"/>
              </a:rPr>
              <a:t>...............................................................</a:t>
            </a:r>
            <a:r>
              <a:rPr dirty="0" smtClean="0" sz="1100" spc="9">
                <a:solidFill>
                  <a:srgbClr val="172C58"/>
                </a:solidFill>
                <a:latin typeface="Times New Roman"/>
                <a:cs typeface="Times New Roman"/>
              </a:rPr>
              <a:t>.</a:t>
            </a:r>
            <a:r>
              <a:rPr dirty="0" smtClean="0" sz="1100" spc="4">
                <a:solidFill>
                  <a:srgbClr val="172C58"/>
                </a:solidFill>
                <a:latin typeface="Times New Roman"/>
                <a:cs typeface="Times New Roman"/>
              </a:rPr>
              <a:t>...........................................</a:t>
            </a:r>
            <a:r>
              <a:rPr dirty="0" smtClean="0" sz="1100" spc="54">
                <a:solidFill>
                  <a:srgbClr val="172C58"/>
                </a:solidFill>
                <a:latin typeface="Times New Roman"/>
                <a:cs typeface="Times New Roman"/>
              </a:rPr>
              <a:t>.</a:t>
            </a:r>
            <a:r>
              <a:rPr dirty="0" smtClean="0" sz="1100" spc="0">
                <a:solidFill>
                  <a:srgbClr val="172C58"/>
                </a:solidFill>
                <a:latin typeface="Times New Roman"/>
                <a:cs typeface="Times New Roman"/>
              </a:rPr>
              <a:t>21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595"/>
              </a:spcBef>
            </a:pPr>
            <a:r>
              <a:rPr dirty="0" smtClean="0" sz="1100" spc="0">
                <a:solidFill>
                  <a:srgbClr val="172C58"/>
                </a:solidFill>
                <a:latin typeface="Times New Roman"/>
                <a:cs typeface="Times New Roman"/>
              </a:rPr>
              <a:t>P</a:t>
            </a:r>
            <a:r>
              <a:rPr dirty="0" smtClean="0" sz="1100" spc="-4">
                <a:solidFill>
                  <a:srgbClr val="172C58"/>
                </a:solidFill>
                <a:latin typeface="Times New Roman"/>
                <a:cs typeface="Times New Roman"/>
              </a:rPr>
              <a:t>A</a:t>
            </a:r>
            <a:r>
              <a:rPr dirty="0" smtClean="0" sz="1100" spc="0">
                <a:solidFill>
                  <a:srgbClr val="172C58"/>
                </a:solidFill>
                <a:latin typeface="Times New Roman"/>
                <a:cs typeface="Times New Roman"/>
              </a:rPr>
              <a:t>LA</a:t>
            </a:r>
            <a:r>
              <a:rPr dirty="0" smtClean="0" sz="1100" spc="-4">
                <a:solidFill>
                  <a:srgbClr val="172C58"/>
                </a:solidFill>
                <a:latin typeface="Times New Roman"/>
                <a:cs typeface="Times New Roman"/>
              </a:rPr>
              <a:t>B</a:t>
            </a:r>
            <a:r>
              <a:rPr dirty="0" smtClean="0" sz="1100" spc="-4">
                <a:solidFill>
                  <a:srgbClr val="172C58"/>
                </a:solidFill>
                <a:latin typeface="Times New Roman"/>
                <a:cs typeface="Times New Roman"/>
              </a:rPr>
              <a:t>R</a:t>
            </a:r>
            <a:r>
              <a:rPr dirty="0" smtClean="0" sz="1100" spc="4">
                <a:solidFill>
                  <a:srgbClr val="172C58"/>
                </a:solidFill>
                <a:latin typeface="Times New Roman"/>
                <a:cs typeface="Times New Roman"/>
              </a:rPr>
              <a:t>A</a:t>
            </a:r>
            <a:r>
              <a:rPr dirty="0" smtClean="0" sz="1100" spc="0">
                <a:solidFill>
                  <a:srgbClr val="172C58"/>
                </a:solidFill>
                <a:latin typeface="Times New Roman"/>
                <a:cs typeface="Times New Roman"/>
              </a:rPr>
              <a:t>S</a:t>
            </a:r>
            <a:r>
              <a:rPr dirty="0" smtClean="0" sz="1100" spc="0">
                <a:solidFill>
                  <a:srgbClr val="172C58"/>
                </a:solidFill>
                <a:latin typeface="Times New Roman"/>
                <a:cs typeface="Times New Roman"/>
              </a:rPr>
              <a:t> </a:t>
            </a:r>
            <a:r>
              <a:rPr dirty="0" smtClean="0" sz="1100" spc="0">
                <a:solidFill>
                  <a:srgbClr val="172C58"/>
                </a:solidFill>
                <a:latin typeface="Times New Roman"/>
                <a:cs typeface="Times New Roman"/>
              </a:rPr>
              <a:t>P</a:t>
            </a:r>
            <a:r>
              <a:rPr dirty="0" smtClean="0" sz="1100" spc="-4">
                <a:solidFill>
                  <a:srgbClr val="172C58"/>
                </a:solidFill>
                <a:latin typeface="Times New Roman"/>
                <a:cs typeface="Times New Roman"/>
              </a:rPr>
              <a:t>R</a:t>
            </a:r>
            <a:r>
              <a:rPr dirty="0" smtClean="0" sz="1100" spc="-4">
                <a:solidFill>
                  <a:srgbClr val="172C58"/>
                </a:solidFill>
                <a:latin typeface="Times New Roman"/>
                <a:cs typeface="Times New Roman"/>
              </a:rPr>
              <a:t>O</a:t>
            </a:r>
            <a:r>
              <a:rPr dirty="0" smtClean="0" sz="1100" spc="4">
                <a:solidFill>
                  <a:srgbClr val="172C58"/>
                </a:solidFill>
                <a:latin typeface="Times New Roman"/>
                <a:cs typeface="Times New Roman"/>
              </a:rPr>
              <a:t>T</a:t>
            </a:r>
            <a:r>
              <a:rPr dirty="0" smtClean="0" sz="1100" spc="4">
                <a:solidFill>
                  <a:srgbClr val="172C58"/>
                </a:solidFill>
                <a:latin typeface="Times New Roman"/>
                <a:cs typeface="Times New Roman"/>
              </a:rPr>
              <a:t>O</a:t>
            </a:r>
            <a:r>
              <a:rPr dirty="0" smtClean="0" sz="1100" spc="-4">
                <a:solidFill>
                  <a:srgbClr val="172C58"/>
                </a:solidFill>
                <a:latin typeface="Times New Roman"/>
                <a:cs typeface="Times New Roman"/>
              </a:rPr>
              <a:t>C</a:t>
            </a:r>
            <a:r>
              <a:rPr dirty="0" smtClean="0" sz="1100" spc="-4">
                <a:solidFill>
                  <a:srgbClr val="172C58"/>
                </a:solidFill>
                <a:latin typeface="Times New Roman"/>
                <a:cs typeface="Times New Roman"/>
              </a:rPr>
              <a:t>O</a:t>
            </a:r>
            <a:r>
              <a:rPr dirty="0" smtClean="0" sz="1100" spc="0">
                <a:solidFill>
                  <a:srgbClr val="172C58"/>
                </a:solidFill>
                <a:latin typeface="Times New Roman"/>
                <a:cs typeface="Times New Roman"/>
              </a:rPr>
              <a:t>LA</a:t>
            </a:r>
            <a:r>
              <a:rPr dirty="0" smtClean="0" sz="1100" spc="-4">
                <a:solidFill>
                  <a:srgbClr val="172C58"/>
                </a:solidFill>
                <a:latin typeface="Times New Roman"/>
                <a:cs typeface="Times New Roman"/>
              </a:rPr>
              <a:t>R</a:t>
            </a:r>
            <a:r>
              <a:rPr dirty="0" smtClean="0" sz="1100" spc="0">
                <a:solidFill>
                  <a:srgbClr val="172C58"/>
                </a:solidFill>
                <a:latin typeface="Times New Roman"/>
                <a:cs typeface="Times New Roman"/>
              </a:rPr>
              <a:t>ES</a:t>
            </a:r>
            <a:r>
              <a:rPr dirty="0" smtClean="0" sz="1100" spc="-69">
                <a:solidFill>
                  <a:srgbClr val="172C58"/>
                </a:solidFill>
                <a:latin typeface="Times New Roman"/>
                <a:cs typeface="Times New Roman"/>
              </a:rPr>
              <a:t> </a:t>
            </a:r>
            <a:r>
              <a:rPr dirty="0" smtClean="0" sz="1100" spc="4">
                <a:solidFill>
                  <a:srgbClr val="172C58"/>
                </a:solidFill>
                <a:latin typeface="Times New Roman"/>
                <a:cs typeface="Times New Roman"/>
              </a:rPr>
              <a:t>..............................................................................................</a:t>
            </a:r>
            <a:r>
              <a:rPr dirty="0" smtClean="0" sz="1100" spc="59">
                <a:solidFill>
                  <a:srgbClr val="172C58"/>
                </a:solidFill>
                <a:latin typeface="Times New Roman"/>
                <a:cs typeface="Times New Roman"/>
              </a:rPr>
              <a:t>.</a:t>
            </a:r>
            <a:r>
              <a:rPr dirty="0" smtClean="0" sz="1100" spc="0">
                <a:solidFill>
                  <a:srgbClr val="172C58"/>
                </a:solidFill>
                <a:latin typeface="Times New Roman"/>
                <a:cs typeface="Times New Roman"/>
              </a:rPr>
              <a:t>22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3600" y="1085215"/>
            <a:ext cx="600837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2717126" y="1804924"/>
            <a:ext cx="6985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4727130" y="1804924"/>
            <a:ext cx="6985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/>
          <p:nvPr/>
        </p:nvSpPr>
        <p:spPr>
          <a:xfrm>
            <a:off x="863600" y="1224915"/>
            <a:ext cx="6008370" cy="0"/>
          </a:xfrm>
          <a:custGeom>
            <a:avLst/>
            <a:gdLst/>
            <a:ahLst/>
            <a:cxnLst/>
            <a:rect l="l" t="t" r="r" b="b"/>
            <a:pathLst>
              <a:path w="6008370" h="0">
                <a:moveTo>
                  <a:pt x="0" y="0"/>
                </a:moveTo>
                <a:lnTo>
                  <a:pt x="600837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615432" y="437490"/>
            <a:ext cx="1261333" cy="508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985"/>
              </a:lnSpc>
              <a:spcBef>
                <a:spcPts val="199"/>
              </a:spcBef>
            </a:pPr>
            <a:r>
              <a:rPr dirty="0" smtClean="0" sz="3800" b="1" i="1">
                <a:latin typeface="Arial"/>
                <a:cs typeface="Arial"/>
              </a:rPr>
              <a:t>ctJn</a:t>
            </a:r>
            <a:r>
              <a:rPr dirty="0" smtClean="0" sz="3800" spc="-869" b="1" i="1">
                <a:latin typeface="Arial"/>
                <a:cs typeface="Arial"/>
              </a:rPr>
              <a:t>u</a:t>
            </a:r>
            <a:r>
              <a:rPr dirty="0" smtClean="0" sz="3800" spc="0" b="1" i="1">
                <a:solidFill>
                  <a:srgbClr val="66A0C3"/>
                </a:solidFill>
                <a:latin typeface="Arial"/>
                <a:cs typeface="Arial"/>
              </a:rPr>
              <a:t>e</a:t>
            </a:r>
            <a:endParaRPr sz="3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49905" y="588449"/>
            <a:ext cx="1673225" cy="5089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530"/>
              </a:lnSpc>
              <a:spcBef>
                <a:spcPts val="76"/>
              </a:spcBef>
            </a:pPr>
            <a:r>
              <a:rPr dirty="0" smtClean="0" sz="1400" spc="0" b="1">
                <a:latin typeface="Times New Roman"/>
                <a:cs typeface="Times New Roman"/>
              </a:rPr>
              <a:t>CHR</a:t>
            </a:r>
            <a:r>
              <a:rPr dirty="0" smtClean="0" sz="1400" spc="-4" b="1">
                <a:latin typeface="Times New Roman"/>
                <a:cs typeface="Times New Roman"/>
              </a:rPr>
              <a:t>I</a:t>
            </a:r>
            <a:r>
              <a:rPr dirty="0" smtClean="0" sz="1400" spc="0" b="1">
                <a:latin typeface="Times New Roman"/>
                <a:cs typeface="Times New Roman"/>
              </a:rPr>
              <a:t>STA</a:t>
            </a:r>
            <a:r>
              <a:rPr dirty="0" smtClean="0" sz="1400" spc="-4" b="1">
                <a:latin typeface="Times New Roman"/>
                <a:cs typeface="Times New Roman"/>
              </a:rPr>
              <a:t>M</a:t>
            </a:r>
            <a:r>
              <a:rPr dirty="0" smtClean="0" sz="1400" spc="0" b="1">
                <a:latin typeface="Times New Roman"/>
                <a:cs typeface="Times New Roman"/>
              </a:rPr>
              <a:t>UN</a:t>
            </a:r>
            <a:r>
              <a:rPr dirty="0" smtClean="0" sz="1400" spc="9" b="1">
                <a:latin typeface="Times New Roman"/>
                <a:cs typeface="Times New Roman"/>
              </a:rPr>
              <a:t> </a:t>
            </a:r>
            <a:r>
              <a:rPr dirty="0" smtClean="0" sz="1400" spc="0" b="1">
                <a:latin typeface="Times New Roman"/>
                <a:cs typeface="Times New Roman"/>
              </a:rPr>
              <a:t>2026</a:t>
            </a:r>
            <a:endParaRPr sz="1400">
              <a:latin typeface="Times New Roman"/>
              <a:cs typeface="Times New Roman"/>
            </a:endParaRPr>
          </a:p>
          <a:p>
            <a:pPr marL="92686" marR="107025" algn="ctr">
              <a:lnSpc>
                <a:spcPct val="101725"/>
              </a:lnSpc>
              <a:spcBef>
                <a:spcPts val="858"/>
              </a:spcBef>
            </a:pP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T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r</a:t>
            </a:r>
            <a:r>
              <a:rPr dirty="0" smtClean="0" sz="1200" spc="4">
                <a:solidFill>
                  <a:srgbClr val="313D4F"/>
                </a:solidFill>
                <a:latin typeface="Calibri"/>
                <a:cs typeface="Calibri"/>
              </a:rPr>
              <a:t>i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nid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a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d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-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B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eni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-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B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o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li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v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ia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83428" y="885674"/>
            <a:ext cx="1249693" cy="1020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dirty="0" smtClean="0" sz="600" i="1">
                <a:solidFill>
                  <a:srgbClr val="66A0C3"/>
                </a:solidFill>
                <a:latin typeface="Arial"/>
                <a:cs typeface="Arial"/>
              </a:rPr>
              <a:t>C</a:t>
            </a:r>
            <a:r>
              <a:rPr dirty="0" smtClean="0" sz="600" i="1">
                <a:solidFill>
                  <a:srgbClr val="7CACCD"/>
                </a:solidFill>
                <a:latin typeface="Arial"/>
                <a:cs typeface="Arial"/>
              </a:rPr>
              <a:t>enlr</a:t>
            </a:r>
            <a:r>
              <a:rPr dirty="0" smtClean="0" sz="600" spc="14" i="1">
                <a:solidFill>
                  <a:srgbClr val="66A0C3"/>
                </a:solidFill>
                <a:latin typeface="Arial"/>
                <a:cs typeface="Arial"/>
              </a:rPr>
              <a:t>o</a:t>
            </a:r>
            <a:r>
              <a:rPr dirty="0" smtClean="0" sz="600" spc="0" i="1">
                <a:solidFill>
                  <a:srgbClr val="66A0C3"/>
                </a:solidFill>
                <a:latin typeface="Times New Roman"/>
                <a:cs typeface="Times New Roman"/>
              </a:rPr>
              <a:t>de</a:t>
            </a:r>
            <a:r>
              <a:rPr dirty="0" smtClean="0" sz="600" spc="-84" i="1">
                <a:solidFill>
                  <a:srgbClr val="66A0C3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Inform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ció</a:t>
            </a:r>
            <a:r>
              <a:rPr dirty="0" smtClean="0" sz="600" spc="-18" i="1">
                <a:solidFill>
                  <a:srgbClr val="7CACCD"/>
                </a:solidFill>
                <a:latin typeface="Arial"/>
                <a:cs typeface="Arial"/>
              </a:rPr>
              <a:t>n</a:t>
            </a:r>
            <a:r>
              <a:rPr dirty="0" smtClean="0" sz="600" spc="0" i="1">
                <a:solidFill>
                  <a:srgbClr val="66A0C3"/>
                </a:solidFill>
                <a:latin typeface="Times New Roman"/>
                <a:cs typeface="Times New Roman"/>
              </a:rPr>
              <a:t>de</a:t>
            </a:r>
            <a:r>
              <a:rPr dirty="0" smtClean="0" sz="600" spc="7" i="1">
                <a:solidFill>
                  <a:srgbClr val="66A0C3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N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cione</a:t>
            </a:r>
            <a:r>
              <a:rPr dirty="0" smtClean="0" sz="600" spc="25" i="1">
                <a:solidFill>
                  <a:srgbClr val="7CACCD"/>
                </a:solidFill>
                <a:latin typeface="Arial"/>
                <a:cs typeface="Arial"/>
              </a:rPr>
              <a:t>s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Un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ida</a:t>
            </a:r>
            <a:r>
              <a:rPr dirty="0" smtClean="0" sz="600" spc="-29" i="1">
                <a:solidFill>
                  <a:srgbClr val="7CACCD"/>
                </a:solidFill>
                <a:latin typeface="Arial"/>
                <a:cs typeface="Arial"/>
              </a:rPr>
              <a:t>s</a:t>
            </a:r>
            <a:r>
              <a:rPr dirty="0" smtClean="0" sz="600" spc="0" i="1">
                <a:solidFill>
                  <a:srgbClr val="2F85BA"/>
                </a:solidFill>
                <a:latin typeface="Arial"/>
                <a:cs typeface="Arial"/>
              </a:rPr>
              <a:t>B</a:t>
            </a:r>
            <a:r>
              <a:rPr dirty="0" smtClean="0" sz="600" spc="0" i="1">
                <a:solidFill>
                  <a:srgbClr val="508CB3"/>
                </a:solidFill>
                <a:latin typeface="Arial"/>
                <a:cs typeface="Arial"/>
              </a:rPr>
              <a:t>o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li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vi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88047" y="1255342"/>
            <a:ext cx="2205456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1.</a:t>
            </a: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 </a:t>
            </a: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INTRODUCCIÓN: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88047" y="1735758"/>
            <a:ext cx="5560984" cy="14922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039" algn="just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3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proto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5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5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4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4">
                <a:latin typeface="Times New Roman"/>
                <a:cs typeface="Times New Roman"/>
              </a:rPr>
              <a:t>j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5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4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reg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5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spo</a:t>
            </a:r>
            <a:r>
              <a:rPr dirty="0" smtClean="0" sz="1200" spc="4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nes</a:t>
            </a:r>
            <a:r>
              <a:rPr dirty="0" smtClean="0" sz="1200" spc="4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4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deb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5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cu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rse</a:t>
            </a:r>
            <a:r>
              <a:rPr dirty="0" smtClean="0" sz="1200" spc="5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2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respe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arse</a:t>
            </a:r>
            <a:r>
              <a:rPr dirty="0" smtClean="0" sz="1200" spc="4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ts val="1379"/>
              </a:lnSpc>
              <a:spcBef>
                <a:spcPts val="623"/>
              </a:spcBef>
            </a:pP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b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ga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ia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uran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desar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lo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ev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o.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presen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guna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9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ua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proble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conf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icto</a:t>
            </a:r>
            <a:r>
              <a:rPr dirty="0" smtClean="0" sz="1200" spc="1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cu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q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po,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1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deb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ud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re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para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-4">
                <a:latin typeface="Times New Roman"/>
                <a:cs typeface="Times New Roman"/>
              </a:rPr>
              <a:t>á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sis</a:t>
            </a:r>
            <a:r>
              <a:rPr dirty="0" smtClean="0" sz="1200" spc="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cor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espondien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3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brin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sol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ón.</a:t>
            </a:r>
            <a:r>
              <a:rPr dirty="0" smtClean="0" sz="1200" spc="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2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proto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3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fue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abor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2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sigu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ndo</a:t>
            </a:r>
            <a:r>
              <a:rPr dirty="0" smtClean="0" sz="1200" spc="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Nor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26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25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Procedi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26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25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tro</a:t>
            </a:r>
            <a:r>
              <a:rPr dirty="0" smtClean="0" sz="1200" spc="25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25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Infor</a:t>
            </a:r>
            <a:r>
              <a:rPr dirty="0" smtClean="0" sz="1200" spc="-9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26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25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26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Nac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ones</a:t>
            </a:r>
            <a:r>
              <a:rPr dirty="0" smtClean="0" sz="1200" spc="26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Unidas</a:t>
            </a:r>
            <a:r>
              <a:rPr dirty="0" smtClean="0" sz="1200" spc="25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(CINU</a:t>
            </a:r>
            <a:endParaRPr sz="1200">
              <a:latin typeface="Times New Roman"/>
              <a:cs typeface="Times New Roman"/>
            </a:endParaRPr>
          </a:p>
          <a:p>
            <a:pPr marL="12700" marR="4989434" algn="just">
              <a:lnSpc>
                <a:spcPct val="95825"/>
              </a:lnSpc>
              <a:spcBef>
                <a:spcPts val="714"/>
              </a:spcBef>
            </a:pPr>
            <a:r>
              <a:rPr dirty="0" smtClean="0" sz="1200" spc="0">
                <a:latin typeface="Times New Roman"/>
                <a:cs typeface="Times New Roman"/>
              </a:rPr>
              <a:t>Bo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v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).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8047" y="3454471"/>
            <a:ext cx="5563169" cy="17905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41300" marR="13586">
              <a:lnSpc>
                <a:spcPts val="1535"/>
              </a:lnSpc>
              <a:spcBef>
                <a:spcPts val="76"/>
              </a:spcBef>
            </a:pPr>
            <a:r>
              <a:rPr dirty="0" smtClean="0" sz="1400" spc="0">
                <a:solidFill>
                  <a:srgbClr val="172C58"/>
                </a:solidFill>
                <a:latin typeface="Arial"/>
                <a:cs typeface="Arial"/>
              </a:rPr>
              <a:t>−</a:t>
            </a:r>
            <a:r>
              <a:rPr dirty="0" smtClean="0" sz="1400" spc="0">
                <a:solidFill>
                  <a:srgbClr val="172C58"/>
                </a:solidFill>
                <a:latin typeface="Arial"/>
                <a:cs typeface="Arial"/>
              </a:rPr>
              <a:t> </a:t>
            </a:r>
            <a:r>
              <a:rPr dirty="0" smtClean="0" sz="1400" spc="207">
                <a:solidFill>
                  <a:srgbClr val="172C58"/>
                </a:solidFill>
                <a:latin typeface="Arial"/>
                <a:cs typeface="Arial"/>
              </a:rPr>
              <a:t> </a:t>
            </a:r>
            <a:r>
              <a:rPr dirty="0" smtClean="0" sz="1400" spc="0" b="1">
                <a:solidFill>
                  <a:srgbClr val="172C58"/>
                </a:solidFill>
                <a:latin typeface="Times New Roman"/>
                <a:cs typeface="Times New Roman"/>
              </a:rPr>
              <a:t>LOS</a:t>
            </a:r>
            <a:r>
              <a:rPr dirty="0" smtClean="0" sz="1400" spc="0" b="1">
                <a:solidFill>
                  <a:srgbClr val="172C58"/>
                </a:solidFill>
                <a:latin typeface="Times New Roman"/>
                <a:cs typeface="Times New Roman"/>
              </a:rPr>
              <a:t> </a:t>
            </a:r>
            <a:r>
              <a:rPr dirty="0" smtClean="0" sz="1400" spc="0" b="1">
                <a:solidFill>
                  <a:srgbClr val="172C58"/>
                </a:solidFill>
                <a:latin typeface="Times New Roman"/>
                <a:cs typeface="Times New Roman"/>
              </a:rPr>
              <a:t>MOD</a:t>
            </a:r>
            <a:r>
              <a:rPr dirty="0" smtClean="0" sz="1400" spc="-4" b="1">
                <a:solidFill>
                  <a:srgbClr val="172C58"/>
                </a:solidFill>
                <a:latin typeface="Times New Roman"/>
                <a:cs typeface="Times New Roman"/>
              </a:rPr>
              <a:t>E</a:t>
            </a:r>
            <a:r>
              <a:rPr dirty="0" smtClean="0" sz="1400" spc="0" b="1">
                <a:solidFill>
                  <a:srgbClr val="172C58"/>
                </a:solidFill>
                <a:latin typeface="Times New Roman"/>
                <a:cs typeface="Times New Roman"/>
              </a:rPr>
              <a:t>L</a:t>
            </a:r>
            <a:r>
              <a:rPr dirty="0" smtClean="0" sz="1400" spc="4" b="1">
                <a:solidFill>
                  <a:srgbClr val="172C58"/>
                </a:solidFill>
                <a:latin typeface="Times New Roman"/>
                <a:cs typeface="Times New Roman"/>
              </a:rPr>
              <a:t>O</a:t>
            </a:r>
            <a:r>
              <a:rPr dirty="0" smtClean="0" sz="1400" spc="0" b="1">
                <a:solidFill>
                  <a:srgbClr val="172C58"/>
                </a:solidFill>
                <a:latin typeface="Times New Roman"/>
                <a:cs typeface="Times New Roman"/>
              </a:rPr>
              <a:t>S.</a:t>
            </a:r>
            <a:r>
              <a:rPr dirty="0" smtClean="0" sz="1400" spc="4" b="1">
                <a:solidFill>
                  <a:srgbClr val="172C58"/>
                </a:solidFill>
                <a:latin typeface="Times New Roman"/>
                <a:cs typeface="Times New Roman"/>
              </a:rPr>
              <a:t> </a:t>
            </a:r>
            <a:r>
              <a:rPr dirty="0" smtClean="0" sz="1400" spc="0" b="1">
                <a:solidFill>
                  <a:srgbClr val="172C58"/>
                </a:solidFill>
                <a:latin typeface="Times New Roman"/>
                <a:cs typeface="Times New Roman"/>
              </a:rPr>
              <a:t>-</a:t>
            </a:r>
            <a:endParaRPr sz="1400">
              <a:latin typeface="Times New Roman"/>
              <a:cs typeface="Times New Roman"/>
            </a:endParaRPr>
          </a:p>
          <a:p>
            <a:pPr marL="12700" algn="just">
              <a:lnSpc>
                <a:spcPts val="2070"/>
              </a:lnSpc>
              <a:spcBef>
                <a:spcPts val="24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Los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Modelos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Nac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ones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Unidas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(MU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)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son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v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ad</a:t>
            </a:r>
            <a:r>
              <a:rPr dirty="0" smtClean="0" sz="1200" spc="4">
                <a:latin typeface="Times New Roman"/>
                <a:cs typeface="Times New Roman"/>
              </a:rPr>
              <a:t>é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9">
                <a:latin typeface="Times New Roman"/>
                <a:cs typeface="Times New Roman"/>
              </a:rPr>
              <a:t>i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func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on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fer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ór</a:t>
            </a:r>
            <a:r>
              <a:rPr dirty="0" smtClean="0" sz="1200" spc="9">
                <a:latin typeface="Times New Roman"/>
                <a:cs typeface="Times New Roman"/>
              </a:rPr>
              <a:t>g</a:t>
            </a: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Orga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z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1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9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ones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9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29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s.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esta</a:t>
            </a:r>
            <a:r>
              <a:rPr dirty="0" smtClean="0" sz="1200" spc="1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4">
                <a:latin typeface="Times New Roman"/>
                <a:cs typeface="Times New Roman"/>
              </a:rPr>
              <a:t>á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a,</a:t>
            </a:r>
            <a:r>
              <a:rPr dirty="0" smtClean="0" sz="1200" spc="2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2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antes</a:t>
            </a:r>
            <a:r>
              <a:rPr dirty="0" smtClean="0" sz="1200" spc="2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par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pan</a:t>
            </a:r>
            <a:r>
              <a:rPr dirty="0" smtClean="0" sz="1200" spc="2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2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dos</a:t>
            </a:r>
            <a:r>
              <a:rPr dirty="0" smtClean="0" sz="1200" spc="4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presen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1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15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is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2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</a:t>
            </a:r>
            <a:r>
              <a:rPr dirty="0" smtClean="0" sz="1200" spc="-4">
                <a:latin typeface="Times New Roman"/>
                <a:cs typeface="Times New Roman"/>
              </a:rPr>
              <a:t>í</a:t>
            </a:r>
            <a:r>
              <a:rPr dirty="0" smtClean="0" sz="1200" spc="0">
                <a:latin typeface="Times New Roman"/>
                <a:cs typeface="Times New Roman"/>
              </a:rPr>
              <a:t>ses,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itando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2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estru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u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3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2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2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2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9">
                <a:latin typeface="Times New Roman"/>
                <a:cs typeface="Times New Roman"/>
              </a:rPr>
              <a:t>b</a:t>
            </a:r>
            <a:r>
              <a:rPr dirty="0" smtClean="0" sz="1200" spc="0">
                <a:latin typeface="Times New Roman"/>
                <a:cs typeface="Times New Roman"/>
              </a:rPr>
              <a:t>ajo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2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2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2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organ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z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n.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2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propósi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estud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3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deb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ir</a:t>
            </a:r>
            <a:r>
              <a:rPr dirty="0" smtClean="0" sz="1200" spc="4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5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proble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5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ales</a:t>
            </a:r>
            <a:r>
              <a:rPr dirty="0" smtClean="0" sz="1200" spc="5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4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4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ag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nda</a:t>
            </a:r>
            <a:r>
              <a:rPr dirty="0" smtClean="0" sz="1200" spc="4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rn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on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l,</a:t>
            </a:r>
            <a:r>
              <a:rPr dirty="0" smtClean="0" sz="1200" spc="4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bu</a:t>
            </a:r>
            <a:r>
              <a:rPr dirty="0" smtClean="0" sz="1200" spc="25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ndo</a:t>
            </a:r>
            <a:r>
              <a:rPr dirty="0" smtClean="0" sz="1200" spc="5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posib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5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soluc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ones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rav</a:t>
            </a:r>
            <a:r>
              <a:rPr dirty="0" smtClean="0" sz="1200" spc="-4">
                <a:latin typeface="Times New Roman"/>
                <a:cs typeface="Times New Roman"/>
              </a:rPr>
              <a:t>é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á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go,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scusi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g</a:t>
            </a:r>
            <a:r>
              <a:rPr dirty="0" smtClean="0" sz="1200" spc="0">
                <a:latin typeface="Times New Roman"/>
                <a:cs typeface="Times New Roman"/>
              </a:rPr>
              <a:t>oc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á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16647" y="5475806"/>
            <a:ext cx="2218296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2.</a:t>
            </a: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 </a:t>
            </a: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ORGAN</a:t>
            </a:r>
            <a:r>
              <a:rPr dirty="0" smtClean="0" sz="1800" spc="9" b="1">
                <a:solidFill>
                  <a:srgbClr val="D3AE5F"/>
                </a:solidFill>
                <a:latin typeface="Times New Roman"/>
                <a:cs typeface="Times New Roman"/>
              </a:rPr>
              <a:t>I</a:t>
            </a:r>
            <a:r>
              <a:rPr dirty="0" smtClean="0" sz="1800" spc="-19" b="1">
                <a:solidFill>
                  <a:srgbClr val="D3AE5F"/>
                </a:solidFill>
                <a:latin typeface="Times New Roman"/>
                <a:cs typeface="Times New Roman"/>
              </a:rPr>
              <a:t>Z</a:t>
            </a:r>
            <a:r>
              <a:rPr dirty="0" smtClean="0" sz="1800" spc="9" b="1">
                <a:solidFill>
                  <a:srgbClr val="D3AE5F"/>
                </a:solidFill>
                <a:latin typeface="Times New Roman"/>
                <a:cs typeface="Times New Roman"/>
              </a:rPr>
              <a:t>A</a:t>
            </a: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CIÓN: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8047" y="5957873"/>
            <a:ext cx="162559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1.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6647" y="5957873"/>
            <a:ext cx="5332308" cy="28069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4239" algn="just">
              <a:lnSpc>
                <a:spcPts val="1325"/>
              </a:lnSpc>
              <a:spcBef>
                <a:spcPts val="66"/>
              </a:spcBef>
            </a:pPr>
            <a:r>
              <a:rPr dirty="0" smtClean="0" sz="1200" spc="0" b="1">
                <a:latin typeface="Times New Roman"/>
                <a:cs typeface="Times New Roman"/>
              </a:rPr>
              <a:t>Sec</a:t>
            </a:r>
            <a:r>
              <a:rPr dirty="0" smtClean="0" sz="1200" spc="-4" b="1">
                <a:latin typeface="Times New Roman"/>
                <a:cs typeface="Times New Roman"/>
              </a:rPr>
              <a:t>r</a:t>
            </a:r>
            <a:r>
              <a:rPr dirty="0" smtClean="0" sz="1200" spc="0" b="1">
                <a:latin typeface="Times New Roman"/>
                <a:cs typeface="Times New Roman"/>
              </a:rPr>
              <a:t>eta</a:t>
            </a:r>
            <a:r>
              <a:rPr dirty="0" smtClean="0" sz="1200" spc="-4" b="1">
                <a:latin typeface="Times New Roman"/>
                <a:cs typeface="Times New Roman"/>
              </a:rPr>
              <a:t>r</a:t>
            </a:r>
            <a:r>
              <a:rPr dirty="0" smtClean="0" sz="1200" spc="0" b="1">
                <a:latin typeface="Times New Roman"/>
                <a:cs typeface="Times New Roman"/>
              </a:rPr>
              <a:t>í</a:t>
            </a:r>
            <a:r>
              <a:rPr dirty="0" smtClean="0" sz="1200" spc="-4" b="1">
                <a:latin typeface="Times New Roman"/>
                <a:cs typeface="Times New Roman"/>
              </a:rPr>
              <a:t>a</a:t>
            </a:r>
            <a:r>
              <a:rPr dirty="0" smtClean="0" sz="1200" spc="0" b="1">
                <a:latin typeface="Times New Roman"/>
                <a:cs typeface="Times New Roman"/>
              </a:rPr>
              <a:t>: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28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sec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-4">
                <a:latin typeface="Times New Roman"/>
                <a:cs typeface="Times New Roman"/>
              </a:rPr>
              <a:t>í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28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á</a:t>
            </a:r>
            <a:r>
              <a:rPr dirty="0" smtClean="0" sz="1200" spc="28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28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ú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tima</a:t>
            </a:r>
            <a:r>
              <a:rPr dirty="0" smtClean="0" sz="1200" spc="28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stan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28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28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is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29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ro</a:t>
            </a:r>
            <a:r>
              <a:rPr dirty="0" smtClean="0" sz="1200" spc="29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295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o.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ts val="1379"/>
              </a:lnSpc>
              <a:spcBef>
                <a:spcPts val="623"/>
              </a:spcBef>
            </a:pPr>
            <a:r>
              <a:rPr dirty="0" smtClean="0" sz="1200" spc="0">
                <a:latin typeface="Times New Roman"/>
                <a:cs typeface="Times New Roman"/>
              </a:rPr>
              <a:t>Int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rpre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á</a:t>
            </a:r>
            <a:r>
              <a:rPr dirty="0" smtClean="0" sz="1200" spc="1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este</a:t>
            </a:r>
            <a:r>
              <a:rPr dirty="0" smtClean="0" sz="1200" spc="1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regl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4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irá</a:t>
            </a:r>
            <a:r>
              <a:rPr dirty="0" smtClean="0" sz="1200" spc="1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bre</a:t>
            </a:r>
            <a:r>
              <a:rPr dirty="0" smtClean="0" sz="1200" spc="1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2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asuntos</a:t>
            </a:r>
            <a:r>
              <a:rPr dirty="0" smtClean="0" sz="1200" spc="2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1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2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est</a:t>
            </a:r>
            <a:r>
              <a:rPr dirty="0" smtClean="0" sz="1200" spc="-4">
                <a:latin typeface="Times New Roman"/>
                <a:cs typeface="Times New Roman"/>
              </a:rPr>
              <a:t>é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2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prev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stos</a:t>
            </a:r>
            <a:r>
              <a:rPr dirty="0" smtClean="0" sz="1200" spc="2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1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ts val="1379"/>
              </a:lnSpc>
              <a:spcBef>
                <a:spcPts val="689"/>
              </a:spcBef>
            </a:pP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o.</a:t>
            </a:r>
            <a:r>
              <a:rPr dirty="0" smtClean="0" sz="1200" spc="2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á</a:t>
            </a:r>
            <a:r>
              <a:rPr dirty="0" smtClean="0" sz="1200" spc="3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esto</a:t>
            </a:r>
            <a:r>
              <a:rPr dirty="0" smtClean="0" sz="1200" spc="2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:</a:t>
            </a:r>
            <a:r>
              <a:rPr dirty="0" smtClean="0" sz="1200" spc="2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Secr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rio</a:t>
            </a:r>
            <a:r>
              <a:rPr dirty="0" smtClean="0" sz="1200" spc="3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Gener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l,</a:t>
            </a:r>
            <a:r>
              <a:rPr dirty="0" smtClean="0" sz="1200" spc="2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Secr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rio</a:t>
            </a:r>
            <a:r>
              <a:rPr dirty="0" smtClean="0" sz="1200" spc="3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Ad</a:t>
            </a:r>
            <a:r>
              <a:rPr dirty="0" smtClean="0" sz="1200" spc="9">
                <a:latin typeface="Times New Roman"/>
                <a:cs typeface="Times New Roman"/>
              </a:rPr>
              <a:t>j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3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9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2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Protoco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o.</a:t>
            </a:r>
            <a:endParaRPr sz="1200">
              <a:latin typeface="Times New Roman"/>
              <a:cs typeface="Times New Roman"/>
            </a:endParaRPr>
          </a:p>
          <a:p>
            <a:pPr marL="12700" marR="50" algn="just">
              <a:lnSpc>
                <a:spcPts val="1392"/>
              </a:lnSpc>
              <a:spcBef>
                <a:spcPts val="714"/>
              </a:spcBef>
            </a:pPr>
            <a:r>
              <a:rPr dirty="0" smtClean="0" sz="1200" spc="0" b="1">
                <a:latin typeface="Times New Roman"/>
                <a:cs typeface="Times New Roman"/>
              </a:rPr>
              <a:t>Di</a:t>
            </a:r>
            <a:r>
              <a:rPr dirty="0" smtClean="0" sz="1200" spc="4" b="1">
                <a:latin typeface="Times New Roman"/>
                <a:cs typeface="Times New Roman"/>
              </a:rPr>
              <a:t>s</a:t>
            </a:r>
            <a:r>
              <a:rPr dirty="0" smtClean="0" sz="1200" spc="0" b="1">
                <a:latin typeface="Times New Roman"/>
                <a:cs typeface="Times New Roman"/>
              </a:rPr>
              <a:t>cursos</a:t>
            </a:r>
            <a:r>
              <a:rPr dirty="0" smtClean="0" sz="1200" spc="9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de</a:t>
            </a:r>
            <a:r>
              <a:rPr dirty="0" smtClean="0" sz="1200" spc="9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sec</a:t>
            </a:r>
            <a:r>
              <a:rPr dirty="0" smtClean="0" sz="1200" spc="-4" b="1">
                <a:latin typeface="Times New Roman"/>
                <a:cs typeface="Times New Roman"/>
              </a:rPr>
              <a:t>r</a:t>
            </a:r>
            <a:r>
              <a:rPr dirty="0" smtClean="0" sz="1200" spc="0" b="1">
                <a:latin typeface="Times New Roman"/>
                <a:cs typeface="Times New Roman"/>
              </a:rPr>
              <a:t>e</a:t>
            </a:r>
            <a:r>
              <a:rPr dirty="0" smtClean="0" sz="1200" spc="4" b="1">
                <a:latin typeface="Times New Roman"/>
                <a:cs typeface="Times New Roman"/>
              </a:rPr>
              <a:t>t</a:t>
            </a:r>
            <a:r>
              <a:rPr dirty="0" smtClean="0" sz="1200" spc="0" b="1">
                <a:latin typeface="Times New Roman"/>
                <a:cs typeface="Times New Roman"/>
              </a:rPr>
              <a:t>ar</a:t>
            </a:r>
            <a:r>
              <a:rPr dirty="0" smtClean="0" sz="1200" spc="-4" b="1">
                <a:latin typeface="Times New Roman"/>
                <a:cs typeface="Times New Roman"/>
              </a:rPr>
              <a:t>í</a:t>
            </a:r>
            <a:r>
              <a:rPr dirty="0" smtClean="0" sz="1200" spc="0" b="1">
                <a:latin typeface="Times New Roman"/>
                <a:cs typeface="Times New Roman"/>
              </a:rPr>
              <a:t>a:</a:t>
            </a:r>
            <a:r>
              <a:rPr dirty="0" smtClean="0" sz="1200" spc="20" b="1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io</a:t>
            </a:r>
            <a:r>
              <a:rPr dirty="0" smtClean="0" sz="1200" spc="2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G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ral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cu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q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25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ie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bro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secr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-4">
                <a:latin typeface="Times New Roman"/>
                <a:cs typeface="Times New Roman"/>
              </a:rPr>
              <a:t>í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50" algn="just">
              <a:lnSpc>
                <a:spcPts val="1379"/>
              </a:lnSpc>
              <a:spcBef>
                <a:spcPts val="69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design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-2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por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él</a:t>
            </a:r>
            <a:r>
              <a:rPr dirty="0" smtClean="0" sz="1200" spc="-2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-2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repr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sent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,</a:t>
            </a:r>
            <a:r>
              <a:rPr dirty="0" smtClean="0" sz="1200" spc="-2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2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2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cu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q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-25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-2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ri</a:t>
            </a:r>
            <a:r>
              <a:rPr dirty="0" smtClean="0" sz="1200" spc="4">
                <a:latin typeface="Times New Roman"/>
                <a:cs typeface="Times New Roman"/>
              </a:rPr>
              <a:t>g</a:t>
            </a:r>
            <a:r>
              <a:rPr dirty="0" smtClean="0" sz="1200" spc="0">
                <a:latin typeface="Times New Roman"/>
                <a:cs typeface="Times New Roman"/>
              </a:rPr>
              <a:t>irse</a:t>
            </a:r>
            <a:r>
              <a:rPr dirty="0" smtClean="0" sz="1200" spc="-2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2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cu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q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50" algn="just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is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cu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q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órgano.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Cada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vez</a:t>
            </a:r>
            <a:r>
              <a:rPr dirty="0" smtClean="0" sz="1200" spc="1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5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bro</a:t>
            </a:r>
            <a:r>
              <a:rPr dirty="0" smtClean="0" sz="1200" spc="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secr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4">
                <a:latin typeface="Times New Roman"/>
                <a:cs typeface="Times New Roman"/>
              </a:rPr>
              <a:t>í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grese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1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50" algn="just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foro,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todos,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inc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19">
                <a:latin typeface="Times New Roman"/>
                <a:cs typeface="Times New Roman"/>
              </a:rPr>
              <a:t>u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esa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b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-4">
                <a:latin typeface="Times New Roman"/>
                <a:cs typeface="Times New Roman"/>
              </a:rPr>
              <a:t>á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onerse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e.</a:t>
            </a:r>
            <a:endParaRPr sz="1200">
              <a:latin typeface="Times New Roman"/>
              <a:cs typeface="Times New Roman"/>
            </a:endParaRPr>
          </a:p>
          <a:p>
            <a:pPr marL="12700" marR="50" algn="just">
              <a:lnSpc>
                <a:spcPts val="1392"/>
              </a:lnSpc>
              <a:spcBef>
                <a:spcPts val="714"/>
              </a:spcBef>
            </a:pPr>
            <a:r>
              <a:rPr dirty="0" smtClean="0" sz="1200" spc="0" b="1">
                <a:latin typeface="Times New Roman"/>
                <a:cs typeface="Times New Roman"/>
              </a:rPr>
              <a:t>A</a:t>
            </a:r>
            <a:r>
              <a:rPr dirty="0" smtClean="0" sz="1200" spc="4" b="1">
                <a:latin typeface="Times New Roman"/>
                <a:cs typeface="Times New Roman"/>
              </a:rPr>
              <a:t>u</a:t>
            </a:r>
            <a:r>
              <a:rPr dirty="0" smtClean="0" sz="1200" spc="0" b="1">
                <a:latin typeface="Times New Roman"/>
                <a:cs typeface="Times New Roman"/>
              </a:rPr>
              <a:t>tor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da</a:t>
            </a:r>
            <a:r>
              <a:rPr dirty="0" smtClean="0" sz="1200" spc="4" b="1">
                <a:latin typeface="Times New Roman"/>
                <a:cs typeface="Times New Roman"/>
              </a:rPr>
              <a:t>d</a:t>
            </a:r>
            <a:r>
              <a:rPr dirty="0" smtClean="0" sz="1200" spc="0" b="1">
                <a:latin typeface="Times New Roman"/>
                <a:cs typeface="Times New Roman"/>
              </a:rPr>
              <a:t>es</a:t>
            </a:r>
            <a:r>
              <a:rPr dirty="0" smtClean="0" sz="1200" spc="15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del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9" b="1">
                <a:latin typeface="Times New Roman"/>
                <a:cs typeface="Times New Roman"/>
              </a:rPr>
              <a:t>f</a:t>
            </a:r>
            <a:r>
              <a:rPr dirty="0" smtClean="0" sz="1200" spc="-9" b="1">
                <a:latin typeface="Times New Roman"/>
                <a:cs typeface="Times New Roman"/>
              </a:rPr>
              <a:t>o</a:t>
            </a:r>
            <a:r>
              <a:rPr dirty="0" smtClean="0" sz="1200" spc="0" b="1">
                <a:latin typeface="Times New Roman"/>
                <a:cs typeface="Times New Roman"/>
              </a:rPr>
              <a:t>ro:</a:t>
            </a:r>
            <a:r>
              <a:rPr dirty="0" smtClean="0" sz="1200" spc="20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Cada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uno</a:t>
            </a:r>
            <a:r>
              <a:rPr dirty="0" smtClean="0" sz="1200" spc="1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1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1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foros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rá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uesto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por</a:t>
            </a:r>
            <a:r>
              <a:rPr dirty="0" smtClean="0" sz="1200" spc="1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1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sigu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50" algn="just">
              <a:lnSpc>
                <a:spcPts val="1379"/>
              </a:lnSpc>
              <a:spcBef>
                <a:spcPts val="69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au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orid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des:</a:t>
            </a:r>
            <a:r>
              <a:rPr dirty="0" smtClean="0" sz="1200" spc="13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Presi</a:t>
            </a:r>
            <a:r>
              <a:rPr dirty="0" smtClean="0" sz="1200" spc="-4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e,</a:t>
            </a:r>
            <a:r>
              <a:rPr dirty="0" smtClean="0" sz="1200" spc="12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Moderador,</a:t>
            </a:r>
            <a:r>
              <a:rPr dirty="0" smtClean="0" sz="1200" spc="12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Of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al</a:t>
            </a:r>
            <a:r>
              <a:rPr dirty="0" smtClean="0" sz="1200" spc="119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12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Confer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ia</a:t>
            </a:r>
            <a:r>
              <a:rPr dirty="0" smtClean="0" sz="1200" spc="13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1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</a:t>
            </a:r>
            <a:r>
              <a:rPr dirty="0" smtClean="0" sz="1200" spc="4">
                <a:latin typeface="Times New Roman"/>
                <a:cs typeface="Times New Roman"/>
              </a:rPr>
              <a:t>j</a:t>
            </a:r>
            <a:r>
              <a:rPr dirty="0" smtClean="0" sz="1200" spc="0">
                <a:latin typeface="Times New Roman"/>
                <a:cs typeface="Times New Roman"/>
              </a:rPr>
              <a:t>es;</a:t>
            </a:r>
            <a:r>
              <a:rPr dirty="0" smtClean="0" sz="1200" spc="12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siendo</a:t>
            </a:r>
            <a:r>
              <a:rPr dirty="0" smtClean="0" sz="1200" spc="12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12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endParaRPr sz="1200">
              <a:latin typeface="Times New Roman"/>
              <a:cs typeface="Times New Roman"/>
            </a:endParaRPr>
          </a:p>
          <a:p>
            <a:pPr marL="12700" marR="3237215" algn="just">
              <a:lnSpc>
                <a:spcPct val="95825"/>
              </a:lnSpc>
              <a:spcBef>
                <a:spcPts val="712"/>
              </a:spcBef>
            </a:pP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ribuci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nes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8047" y="7009433"/>
            <a:ext cx="162559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2.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8047" y="8060866"/>
            <a:ext cx="162559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3.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63600" y="1085215"/>
            <a:ext cx="600837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/>
          <p:nvPr/>
        </p:nvSpPr>
        <p:spPr>
          <a:xfrm>
            <a:off x="863600" y="1224915"/>
            <a:ext cx="6008370" cy="0"/>
          </a:xfrm>
          <a:custGeom>
            <a:avLst/>
            <a:gdLst/>
            <a:ahLst/>
            <a:cxnLst/>
            <a:rect l="l" t="t" r="r" b="b"/>
            <a:pathLst>
              <a:path w="6008370" h="0">
                <a:moveTo>
                  <a:pt x="0" y="0"/>
                </a:moveTo>
                <a:lnTo>
                  <a:pt x="600837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615432" y="437490"/>
            <a:ext cx="1261333" cy="508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985"/>
              </a:lnSpc>
              <a:spcBef>
                <a:spcPts val="199"/>
              </a:spcBef>
            </a:pPr>
            <a:r>
              <a:rPr dirty="0" smtClean="0" sz="3800" b="1" i="1">
                <a:latin typeface="Arial"/>
                <a:cs typeface="Arial"/>
              </a:rPr>
              <a:t>ctJn</a:t>
            </a:r>
            <a:r>
              <a:rPr dirty="0" smtClean="0" sz="3800" spc="-869" b="1" i="1">
                <a:latin typeface="Arial"/>
                <a:cs typeface="Arial"/>
              </a:rPr>
              <a:t>u</a:t>
            </a:r>
            <a:r>
              <a:rPr dirty="0" smtClean="0" sz="3800" spc="0" b="1" i="1">
                <a:solidFill>
                  <a:srgbClr val="66A0C3"/>
                </a:solidFill>
                <a:latin typeface="Arial"/>
                <a:cs typeface="Arial"/>
              </a:rPr>
              <a:t>e</a:t>
            </a:r>
            <a:endParaRPr sz="3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49905" y="588449"/>
            <a:ext cx="1673225" cy="5089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530"/>
              </a:lnSpc>
              <a:spcBef>
                <a:spcPts val="76"/>
              </a:spcBef>
            </a:pPr>
            <a:r>
              <a:rPr dirty="0" smtClean="0" sz="1400" spc="0" b="1">
                <a:latin typeface="Times New Roman"/>
                <a:cs typeface="Times New Roman"/>
              </a:rPr>
              <a:t>CHR</a:t>
            </a:r>
            <a:r>
              <a:rPr dirty="0" smtClean="0" sz="1400" spc="-4" b="1">
                <a:latin typeface="Times New Roman"/>
                <a:cs typeface="Times New Roman"/>
              </a:rPr>
              <a:t>I</a:t>
            </a:r>
            <a:r>
              <a:rPr dirty="0" smtClean="0" sz="1400" spc="0" b="1">
                <a:latin typeface="Times New Roman"/>
                <a:cs typeface="Times New Roman"/>
              </a:rPr>
              <a:t>STA</a:t>
            </a:r>
            <a:r>
              <a:rPr dirty="0" smtClean="0" sz="1400" spc="-4" b="1">
                <a:latin typeface="Times New Roman"/>
                <a:cs typeface="Times New Roman"/>
              </a:rPr>
              <a:t>M</a:t>
            </a:r>
            <a:r>
              <a:rPr dirty="0" smtClean="0" sz="1400" spc="0" b="1">
                <a:latin typeface="Times New Roman"/>
                <a:cs typeface="Times New Roman"/>
              </a:rPr>
              <a:t>UN</a:t>
            </a:r>
            <a:r>
              <a:rPr dirty="0" smtClean="0" sz="1400" spc="9" b="1">
                <a:latin typeface="Times New Roman"/>
                <a:cs typeface="Times New Roman"/>
              </a:rPr>
              <a:t> </a:t>
            </a:r>
            <a:r>
              <a:rPr dirty="0" smtClean="0" sz="1400" spc="0" b="1">
                <a:latin typeface="Times New Roman"/>
                <a:cs typeface="Times New Roman"/>
              </a:rPr>
              <a:t>2026</a:t>
            </a:r>
            <a:endParaRPr sz="1400">
              <a:latin typeface="Times New Roman"/>
              <a:cs typeface="Times New Roman"/>
            </a:endParaRPr>
          </a:p>
          <a:p>
            <a:pPr marL="92686" marR="107025" algn="ctr">
              <a:lnSpc>
                <a:spcPct val="101725"/>
              </a:lnSpc>
              <a:spcBef>
                <a:spcPts val="858"/>
              </a:spcBef>
            </a:pP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T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r</a:t>
            </a:r>
            <a:r>
              <a:rPr dirty="0" smtClean="0" sz="1200" spc="4">
                <a:solidFill>
                  <a:srgbClr val="313D4F"/>
                </a:solidFill>
                <a:latin typeface="Calibri"/>
                <a:cs typeface="Calibri"/>
              </a:rPr>
              <a:t>i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nid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a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d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-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B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eni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-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B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o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li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v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ia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83428" y="885674"/>
            <a:ext cx="1249693" cy="1020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dirty="0" smtClean="0" sz="600" i="1">
                <a:solidFill>
                  <a:srgbClr val="66A0C3"/>
                </a:solidFill>
                <a:latin typeface="Arial"/>
                <a:cs typeface="Arial"/>
              </a:rPr>
              <a:t>C</a:t>
            </a:r>
            <a:r>
              <a:rPr dirty="0" smtClean="0" sz="600" i="1">
                <a:solidFill>
                  <a:srgbClr val="7CACCD"/>
                </a:solidFill>
                <a:latin typeface="Arial"/>
                <a:cs typeface="Arial"/>
              </a:rPr>
              <a:t>enlr</a:t>
            </a:r>
            <a:r>
              <a:rPr dirty="0" smtClean="0" sz="600" spc="14" i="1">
                <a:solidFill>
                  <a:srgbClr val="66A0C3"/>
                </a:solidFill>
                <a:latin typeface="Arial"/>
                <a:cs typeface="Arial"/>
              </a:rPr>
              <a:t>o</a:t>
            </a:r>
            <a:r>
              <a:rPr dirty="0" smtClean="0" sz="600" spc="0" i="1">
                <a:solidFill>
                  <a:srgbClr val="66A0C3"/>
                </a:solidFill>
                <a:latin typeface="Times New Roman"/>
                <a:cs typeface="Times New Roman"/>
              </a:rPr>
              <a:t>de</a:t>
            </a:r>
            <a:r>
              <a:rPr dirty="0" smtClean="0" sz="600" spc="-84" i="1">
                <a:solidFill>
                  <a:srgbClr val="66A0C3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Inform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ció</a:t>
            </a:r>
            <a:r>
              <a:rPr dirty="0" smtClean="0" sz="600" spc="-18" i="1">
                <a:solidFill>
                  <a:srgbClr val="7CACCD"/>
                </a:solidFill>
                <a:latin typeface="Arial"/>
                <a:cs typeface="Arial"/>
              </a:rPr>
              <a:t>n</a:t>
            </a:r>
            <a:r>
              <a:rPr dirty="0" smtClean="0" sz="600" spc="0" i="1">
                <a:solidFill>
                  <a:srgbClr val="66A0C3"/>
                </a:solidFill>
                <a:latin typeface="Times New Roman"/>
                <a:cs typeface="Times New Roman"/>
              </a:rPr>
              <a:t>de</a:t>
            </a:r>
            <a:r>
              <a:rPr dirty="0" smtClean="0" sz="600" spc="7" i="1">
                <a:solidFill>
                  <a:srgbClr val="66A0C3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N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cione</a:t>
            </a:r>
            <a:r>
              <a:rPr dirty="0" smtClean="0" sz="600" spc="25" i="1">
                <a:solidFill>
                  <a:srgbClr val="7CACCD"/>
                </a:solidFill>
                <a:latin typeface="Arial"/>
                <a:cs typeface="Arial"/>
              </a:rPr>
              <a:t>s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Un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ida</a:t>
            </a:r>
            <a:r>
              <a:rPr dirty="0" smtClean="0" sz="600" spc="-29" i="1">
                <a:solidFill>
                  <a:srgbClr val="7CACCD"/>
                </a:solidFill>
                <a:latin typeface="Arial"/>
                <a:cs typeface="Arial"/>
              </a:rPr>
              <a:t>s</a:t>
            </a:r>
            <a:r>
              <a:rPr dirty="0" smtClean="0" sz="600" spc="0" i="1">
                <a:solidFill>
                  <a:srgbClr val="2F85BA"/>
                </a:solidFill>
                <a:latin typeface="Arial"/>
                <a:cs typeface="Arial"/>
              </a:rPr>
              <a:t>B</a:t>
            </a:r>
            <a:r>
              <a:rPr dirty="0" smtClean="0" sz="600" spc="0" i="1">
                <a:solidFill>
                  <a:srgbClr val="508CB3"/>
                </a:solidFill>
                <a:latin typeface="Arial"/>
                <a:cs typeface="Arial"/>
              </a:rPr>
              <a:t>o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li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vi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88047" y="1241601"/>
            <a:ext cx="5566854" cy="7023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 b="1" u="heavy">
                <a:latin typeface="Times New Roman"/>
                <a:cs typeface="Times New Roman"/>
              </a:rPr>
              <a:t>P</a:t>
            </a:r>
            <a:r>
              <a:rPr dirty="0" smtClean="0" sz="1200" spc="-4" b="1" u="heavy">
                <a:latin typeface="Times New Roman"/>
                <a:cs typeface="Times New Roman"/>
              </a:rPr>
              <a:t>r</a:t>
            </a:r>
            <a:r>
              <a:rPr dirty="0" smtClean="0" sz="1200" spc="0" b="1" u="heavy">
                <a:latin typeface="Times New Roman"/>
                <a:cs typeface="Times New Roman"/>
              </a:rPr>
              <a:t>esidente:</a:t>
            </a:r>
            <a:r>
              <a:rPr dirty="0" smtClean="0" sz="1200" spc="165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16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17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áxi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16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au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ad</a:t>
            </a:r>
            <a:r>
              <a:rPr dirty="0" smtClean="0" sz="1200" spc="155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tro</a:t>
            </a:r>
            <a:r>
              <a:rPr dirty="0" smtClean="0" sz="1200" spc="15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16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foro</a:t>
            </a:r>
            <a:r>
              <a:rPr dirty="0" smtClean="0" sz="1200" spc="18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13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</a:t>
            </a:r>
            <a:r>
              <a:rPr dirty="0" smtClean="0" sz="1200" spc="17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sión</a:t>
            </a:r>
            <a:r>
              <a:rPr dirty="0" smtClean="0" sz="1200" spc="16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será</a:t>
            </a:r>
            <a:r>
              <a:rPr dirty="0" smtClean="0" sz="1200" spc="16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def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v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endParaRPr sz="1200">
              <a:latin typeface="Times New Roman"/>
              <a:cs typeface="Times New Roman"/>
            </a:endParaRPr>
          </a:p>
          <a:p>
            <a:pPr marL="12700" marR="6568">
              <a:lnSpc>
                <a:spcPts val="2070"/>
              </a:lnSpc>
              <a:spcBef>
                <a:spcPts val="182"/>
              </a:spcBef>
            </a:pP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ap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9">
                <a:latin typeface="Times New Roman"/>
                <a:cs typeface="Times New Roman"/>
              </a:rPr>
              <a:t>b</a:t>
            </a:r>
            <a:r>
              <a:rPr dirty="0" smtClean="0" sz="1200" spc="0">
                <a:latin typeface="Times New Roman"/>
                <a:cs typeface="Times New Roman"/>
              </a:rPr>
              <a:t>le</a:t>
            </a:r>
            <a:r>
              <a:rPr dirty="0" smtClean="0" sz="1200" spc="2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por</a:t>
            </a:r>
            <a:r>
              <a:rPr dirty="0" smtClean="0" sz="1200" spc="2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2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gados</a:t>
            </a:r>
            <a:r>
              <a:rPr dirty="0" smtClean="0" sz="1200" spc="2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2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cu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q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3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ua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2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2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9">
                <a:latin typeface="Times New Roman"/>
                <a:cs typeface="Times New Roman"/>
              </a:rPr>
              <a:t>i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cro,</a:t>
            </a:r>
            <a:r>
              <a:rPr dirty="0" smtClean="0" sz="1200" spc="2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sus</a:t>
            </a:r>
            <a:r>
              <a:rPr dirty="0" smtClean="0" sz="1200" spc="3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ribu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nes</a:t>
            </a:r>
            <a:r>
              <a:rPr dirty="0" smtClean="0" sz="1200" spc="3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son</a:t>
            </a:r>
            <a:r>
              <a:rPr dirty="0" smtClean="0" sz="1200" spc="2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sigu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es: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88047" y="2161492"/>
            <a:ext cx="101600" cy="22876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633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690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700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691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702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700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690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700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36421" y="2162351"/>
            <a:ext cx="4624855" cy="22876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1319857" algn="just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Dec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per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9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usura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ada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9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sión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form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l.</a:t>
            </a:r>
            <a:endParaRPr sz="1200">
              <a:latin typeface="Times New Roman"/>
              <a:cs typeface="Times New Roman"/>
            </a:endParaRPr>
          </a:p>
          <a:p>
            <a:pPr marL="12700" marR="655116" algn="just">
              <a:lnSpc>
                <a:spcPts val="1379"/>
              </a:lnSpc>
              <a:spcBef>
                <a:spcPts val="633"/>
              </a:spcBef>
            </a:pPr>
            <a:r>
              <a:rPr dirty="0" smtClean="0" sz="1200" spc="0">
                <a:latin typeface="Times New Roman"/>
                <a:cs typeface="Times New Roman"/>
              </a:rPr>
              <a:t>Anunci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is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nes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ad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secr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o.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655116" algn="just">
              <a:lnSpc>
                <a:spcPts val="1379"/>
              </a:lnSpc>
              <a:spcBef>
                <a:spcPts val="695"/>
              </a:spcBef>
            </a:pPr>
            <a:r>
              <a:rPr dirty="0" smtClean="0" sz="1200" spc="0">
                <a:latin typeface="Times New Roman"/>
                <a:cs typeface="Times New Roman"/>
              </a:rPr>
              <a:t>Re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b</a:t>
            </a:r>
            <a:r>
              <a:rPr dirty="0" smtClean="0" sz="1200" spc="0">
                <a:latin typeface="Times New Roman"/>
                <a:cs typeface="Times New Roman"/>
              </a:rPr>
              <a:t>ir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star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ho</a:t>
            </a:r>
            <a:r>
              <a:rPr dirty="0" smtClean="0" sz="1200" spc="9">
                <a:latin typeface="Times New Roman"/>
                <a:cs typeface="Times New Roman"/>
              </a:rPr>
              <a:t>j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ada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g</a:t>
            </a:r>
            <a:r>
              <a:rPr dirty="0" smtClean="0" sz="1200" spc="0">
                <a:latin typeface="Times New Roman"/>
                <a:cs typeface="Times New Roman"/>
              </a:rPr>
              <a:t>ad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655116" algn="just">
              <a:lnSpc>
                <a:spcPts val="1379"/>
              </a:lnSpc>
              <a:spcBef>
                <a:spcPts val="695"/>
              </a:spcBef>
            </a:pPr>
            <a:r>
              <a:rPr dirty="0" smtClean="0" sz="1200" spc="0">
                <a:latin typeface="Times New Roman"/>
                <a:cs typeface="Times New Roman"/>
              </a:rPr>
              <a:t>Rev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sar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posi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nes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of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es.</a:t>
            </a:r>
            <a:endParaRPr sz="1200">
              <a:latin typeface="Times New Roman"/>
              <a:cs typeface="Times New Roman"/>
            </a:endParaRPr>
          </a:p>
          <a:p>
            <a:pPr marL="12700" marR="1239926">
              <a:lnSpc>
                <a:spcPts val="1379"/>
              </a:lnSpc>
              <a:spcBef>
                <a:spcPts val="715"/>
              </a:spcBef>
            </a:pP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rol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foro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enga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fo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ción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fid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gna.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1239926">
              <a:lnSpc>
                <a:spcPts val="1379"/>
              </a:lnSpc>
              <a:spcBef>
                <a:spcPts val="702"/>
              </a:spcBef>
            </a:pP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onestac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ones.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722"/>
              </a:spcBef>
            </a:pPr>
            <a:r>
              <a:rPr dirty="0" smtClean="0" sz="1200" spc="0">
                <a:latin typeface="Times New Roman"/>
                <a:cs typeface="Times New Roman"/>
              </a:rPr>
              <a:t>Ca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ificar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fe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á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b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foro.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Dec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</a:t>
            </a:r>
            <a:r>
              <a:rPr dirty="0" smtClean="0" sz="1200" spc="4">
                <a:latin typeface="Times New Roman"/>
                <a:cs typeface="Times New Roman"/>
              </a:rPr>
              <a:t>á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da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n</a:t>
            </a:r>
            <a:r>
              <a:rPr dirty="0" smtClean="0" sz="1200" spc="9">
                <a:latin typeface="Times New Roman"/>
                <a:cs typeface="Times New Roman"/>
              </a:rPr>
              <a:t>v</a:t>
            </a:r>
            <a:r>
              <a:rPr dirty="0" smtClean="0" sz="1200" spc="0">
                <a:latin typeface="Times New Roman"/>
                <a:cs typeface="Times New Roman"/>
              </a:rPr>
              <a:t>á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esolu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n.</a:t>
            </a:r>
            <a:endParaRPr sz="1200">
              <a:latin typeface="Times New Roman"/>
              <a:cs typeface="Times New Roman"/>
            </a:endParaRPr>
          </a:p>
          <a:p>
            <a:pPr marL="12700" marR="1329916" algn="just">
              <a:lnSpc>
                <a:spcPct val="95825"/>
              </a:lnSpc>
              <a:spcBef>
                <a:spcPts val="724"/>
              </a:spcBef>
            </a:pPr>
            <a:r>
              <a:rPr dirty="0" smtClean="0" sz="1200" spc="0">
                <a:latin typeface="Times New Roman"/>
                <a:cs typeface="Times New Roman"/>
              </a:rPr>
              <a:t>Garan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z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lim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proto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8047" y="4665902"/>
            <a:ext cx="3618699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 b="1" u="heavy">
                <a:latin typeface="Times New Roman"/>
                <a:cs typeface="Times New Roman"/>
              </a:rPr>
              <a:t>Mode</a:t>
            </a:r>
            <a:r>
              <a:rPr dirty="0" smtClean="0" sz="1200" spc="-4" b="1" u="heavy">
                <a:latin typeface="Times New Roman"/>
                <a:cs typeface="Times New Roman"/>
              </a:rPr>
              <a:t>r</a:t>
            </a:r>
            <a:r>
              <a:rPr dirty="0" smtClean="0" sz="1200" spc="0" b="1" u="heavy">
                <a:latin typeface="Times New Roman"/>
                <a:cs typeface="Times New Roman"/>
              </a:rPr>
              <a:t>ador: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is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cu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q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presid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8047" y="5060872"/>
            <a:ext cx="5566613" cy="4406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Re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z</a:t>
            </a:r>
            <a:r>
              <a:rPr dirty="0" smtClean="0" sz="1200" spc="0">
                <a:latin typeface="Times New Roman"/>
                <a:cs typeface="Times New Roman"/>
              </a:rPr>
              <a:t>ará</a:t>
            </a:r>
            <a:r>
              <a:rPr dirty="0" smtClean="0" sz="1200" spc="2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al</a:t>
            </a:r>
            <a:r>
              <a:rPr dirty="0" smtClean="0" sz="1200" spc="39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3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durante</a:t>
            </a:r>
            <a:r>
              <a:rPr dirty="0" smtClean="0" sz="1200" spc="2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</a:t>
            </a:r>
            <a:r>
              <a:rPr dirty="0" smtClean="0" sz="1200" spc="2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ause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a.</a:t>
            </a:r>
            <a:r>
              <a:rPr dirty="0" smtClean="0" sz="1200" spc="2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Sus</a:t>
            </a:r>
            <a:r>
              <a:rPr dirty="0" smtClean="0" sz="1200" spc="3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siones</a:t>
            </a:r>
            <a:r>
              <a:rPr dirty="0" smtClean="0" sz="1200" spc="29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-4">
                <a:latin typeface="Times New Roman"/>
                <a:cs typeface="Times New Roman"/>
              </a:rPr>
              <a:t>á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2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ap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b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2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3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xc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pc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endParaRPr sz="1200">
              <a:latin typeface="Times New Roman"/>
              <a:cs typeface="Times New Roman"/>
            </a:endParaRPr>
          </a:p>
          <a:p>
            <a:pPr marL="12700" marR="22860">
              <a:lnSpc>
                <a:spcPct val="95825"/>
              </a:lnSpc>
              <a:spcBef>
                <a:spcPts val="623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brad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este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proto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88047" y="5719143"/>
            <a:ext cx="101600" cy="7052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625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701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36421" y="5720002"/>
            <a:ext cx="5112992" cy="123088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13586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ene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func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ir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g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or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ba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e.</a:t>
            </a:r>
            <a:endParaRPr sz="1200">
              <a:latin typeface="Times New Roman"/>
              <a:cs typeface="Times New Roman"/>
            </a:endParaRPr>
          </a:p>
          <a:p>
            <a:pPr marL="12700" marR="13586">
              <a:lnSpc>
                <a:spcPct val="95825"/>
              </a:lnSpc>
              <a:spcBef>
                <a:spcPts val="625"/>
              </a:spcBef>
            </a:pPr>
            <a:r>
              <a:rPr dirty="0" smtClean="0" sz="1200" spc="0">
                <a:latin typeface="Times New Roman"/>
                <a:cs typeface="Times New Roman"/>
              </a:rPr>
              <a:t>Otorgar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abra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gados</a:t>
            </a:r>
            <a:r>
              <a:rPr dirty="0" smtClean="0" sz="1200" spc="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observador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acr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dos.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701"/>
              </a:spcBef>
            </a:pPr>
            <a:r>
              <a:rPr dirty="0" smtClean="0" sz="1200" spc="0">
                <a:latin typeface="Times New Roman"/>
                <a:cs typeface="Times New Roman"/>
              </a:rPr>
              <a:t>Ningún</a:t>
            </a:r>
            <a:r>
              <a:rPr dirty="0" smtClean="0" sz="1200" spc="18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18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drá</a:t>
            </a:r>
            <a:r>
              <a:rPr dirty="0" smtClean="0" sz="1200" spc="17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expr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sarse</a:t>
            </a:r>
            <a:r>
              <a:rPr dirty="0" smtClean="0" sz="1200" spc="17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18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17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foro</a:t>
            </a:r>
            <a:r>
              <a:rPr dirty="0" smtClean="0" sz="1200" spc="18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sin</a:t>
            </a:r>
            <a:r>
              <a:rPr dirty="0" smtClean="0" sz="1200" spc="18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17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consen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18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prev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18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689"/>
              </a:spcBef>
            </a:pP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dor.</a:t>
            </a:r>
            <a:endParaRPr sz="1200">
              <a:latin typeface="Times New Roman"/>
              <a:cs typeface="Times New Roman"/>
            </a:endParaRPr>
          </a:p>
          <a:p>
            <a:pPr marL="12700" marR="13586">
              <a:lnSpc>
                <a:spcPct val="95825"/>
              </a:lnSpc>
              <a:spcBef>
                <a:spcPts val="714"/>
              </a:spcBef>
            </a:pPr>
            <a:r>
              <a:rPr dirty="0" smtClean="0" sz="1200" spc="0">
                <a:latin typeface="Times New Roman"/>
                <a:cs typeface="Times New Roman"/>
              </a:rPr>
              <a:t>Re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ordar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pun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roto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gados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fa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en.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8047" y="6772227"/>
            <a:ext cx="10160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8047" y="7168183"/>
            <a:ext cx="5569267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-4" b="1" u="heavy">
                <a:latin typeface="Times New Roman"/>
                <a:cs typeface="Times New Roman"/>
              </a:rPr>
              <a:t>O</a:t>
            </a:r>
            <a:r>
              <a:rPr dirty="0" smtClean="0" sz="1200" spc="9" b="1" u="heavy">
                <a:latin typeface="Times New Roman"/>
                <a:cs typeface="Times New Roman"/>
              </a:rPr>
              <a:t>f</a:t>
            </a:r>
            <a:r>
              <a:rPr dirty="0" smtClean="0" sz="1200" spc="0" b="1" u="heavy">
                <a:latin typeface="Times New Roman"/>
                <a:cs typeface="Times New Roman"/>
              </a:rPr>
              <a:t>i</a:t>
            </a:r>
            <a:r>
              <a:rPr dirty="0" smtClean="0" sz="1200" spc="-4" b="1" u="heavy">
                <a:latin typeface="Times New Roman"/>
                <a:cs typeface="Times New Roman"/>
              </a:rPr>
              <a:t>c</a:t>
            </a:r>
            <a:r>
              <a:rPr dirty="0" smtClean="0" sz="1200" spc="0" b="1" u="heavy">
                <a:latin typeface="Times New Roman"/>
                <a:cs typeface="Times New Roman"/>
              </a:rPr>
              <a:t>i</a:t>
            </a:r>
            <a:r>
              <a:rPr dirty="0" smtClean="0" sz="1200" spc="-4" b="1" u="heavy">
                <a:latin typeface="Times New Roman"/>
                <a:cs typeface="Times New Roman"/>
              </a:rPr>
              <a:t>a</a:t>
            </a:r>
            <a:r>
              <a:rPr dirty="0" smtClean="0" sz="1200" spc="0" b="1" u="heavy">
                <a:latin typeface="Times New Roman"/>
                <a:cs typeface="Times New Roman"/>
              </a:rPr>
              <a:t>l</a:t>
            </a:r>
            <a:r>
              <a:rPr dirty="0" smtClean="0" sz="1200" spc="-4" b="1" u="heavy">
                <a:latin typeface="Times New Roman"/>
                <a:cs typeface="Times New Roman"/>
              </a:rPr>
              <a:t> </a:t>
            </a:r>
            <a:r>
              <a:rPr dirty="0" smtClean="0" sz="1200" spc="0" b="1" u="heavy">
                <a:latin typeface="Times New Roman"/>
                <a:cs typeface="Times New Roman"/>
              </a:rPr>
              <a:t>de</a:t>
            </a:r>
            <a:r>
              <a:rPr dirty="0" smtClean="0" sz="1200" spc="0" b="1" u="heavy">
                <a:latin typeface="Times New Roman"/>
                <a:cs typeface="Times New Roman"/>
              </a:rPr>
              <a:t> </a:t>
            </a:r>
            <a:r>
              <a:rPr dirty="0" smtClean="0" sz="1200" spc="0" b="1" u="heavy">
                <a:latin typeface="Times New Roman"/>
                <a:cs typeface="Times New Roman"/>
              </a:rPr>
              <a:t>con</a:t>
            </a:r>
            <a:r>
              <a:rPr dirty="0" smtClean="0" sz="1200" spc="9" b="1" u="heavy">
                <a:latin typeface="Times New Roman"/>
                <a:cs typeface="Times New Roman"/>
              </a:rPr>
              <a:t>f</a:t>
            </a:r>
            <a:r>
              <a:rPr dirty="0" smtClean="0" sz="1200" spc="0" b="1" u="heavy">
                <a:latin typeface="Times New Roman"/>
                <a:cs typeface="Times New Roman"/>
              </a:rPr>
              <a:t>e</a:t>
            </a:r>
            <a:r>
              <a:rPr dirty="0" smtClean="0" sz="1200" spc="-4" b="1" u="heavy">
                <a:latin typeface="Times New Roman"/>
                <a:cs typeface="Times New Roman"/>
              </a:rPr>
              <a:t>r</a:t>
            </a:r>
            <a:r>
              <a:rPr dirty="0" smtClean="0" sz="1200" spc="0" b="1" u="heavy">
                <a:latin typeface="Times New Roman"/>
                <a:cs typeface="Times New Roman"/>
              </a:rPr>
              <a:t>e</a:t>
            </a:r>
            <a:r>
              <a:rPr dirty="0" smtClean="0" sz="1200" spc="9" b="1" u="heavy">
                <a:latin typeface="Times New Roman"/>
                <a:cs typeface="Times New Roman"/>
              </a:rPr>
              <a:t>n</a:t>
            </a:r>
            <a:r>
              <a:rPr dirty="0" smtClean="0" sz="1200" spc="0" b="1" u="heavy">
                <a:latin typeface="Times New Roman"/>
                <a:cs typeface="Times New Roman"/>
              </a:rPr>
              <a:t>c</a:t>
            </a:r>
            <a:r>
              <a:rPr dirty="0" smtClean="0" sz="1200" spc="-4" b="1" u="heavy">
                <a:latin typeface="Times New Roman"/>
                <a:cs typeface="Times New Roman"/>
              </a:rPr>
              <a:t>i</a:t>
            </a:r>
            <a:r>
              <a:rPr dirty="0" smtClean="0" sz="1200" spc="0" b="1" u="heavy">
                <a:latin typeface="Times New Roman"/>
                <a:cs typeface="Times New Roman"/>
              </a:rPr>
              <a:t>a:</a:t>
            </a:r>
            <a:r>
              <a:rPr dirty="0" smtClean="0" sz="1200" spc="4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nd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fun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var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rol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escr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to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desa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rol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8047" y="7430946"/>
            <a:ext cx="4185831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sesión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coordinar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9">
                <a:latin typeface="Times New Roman"/>
                <a:cs typeface="Times New Roman"/>
              </a:rPr>
              <a:t>b</a:t>
            </a:r>
            <a:r>
              <a:rPr dirty="0" smtClean="0" sz="1200" spc="0">
                <a:latin typeface="Times New Roman"/>
                <a:cs typeface="Times New Roman"/>
              </a:rPr>
              <a:t>ajo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</a:t>
            </a:r>
            <a:r>
              <a:rPr dirty="0" smtClean="0" sz="1200" spc="4">
                <a:latin typeface="Times New Roman"/>
                <a:cs typeface="Times New Roman"/>
              </a:rPr>
              <a:t>j</a:t>
            </a:r>
            <a:r>
              <a:rPr dirty="0" smtClean="0" sz="1200" spc="0">
                <a:latin typeface="Times New Roman"/>
                <a:cs typeface="Times New Roman"/>
              </a:rPr>
              <a:t>es,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atr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buc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ones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son: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8047" y="7826327"/>
            <a:ext cx="10160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36421" y="7827186"/>
            <a:ext cx="5122265" cy="123101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Rev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sar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5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5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quór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6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b</a:t>
            </a:r>
            <a:r>
              <a:rPr dirty="0" smtClean="0" sz="1200" spc="0">
                <a:latin typeface="Times New Roman"/>
                <a:cs typeface="Times New Roman"/>
              </a:rPr>
              <a:t>irá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7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2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st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5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5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ho</a:t>
            </a:r>
            <a:r>
              <a:rPr dirty="0" smtClean="0" sz="1200" spc="4">
                <a:latin typeface="Times New Roman"/>
                <a:cs typeface="Times New Roman"/>
              </a:rPr>
              <a:t>j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5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5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14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5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5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endParaRPr sz="1200">
              <a:latin typeface="Times New Roman"/>
              <a:cs typeface="Times New Roman"/>
            </a:endParaRPr>
          </a:p>
          <a:p>
            <a:pPr marL="12700" marR="22860">
              <a:lnSpc>
                <a:spcPct val="95825"/>
              </a:lnSpc>
              <a:spcBef>
                <a:spcPts val="613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do.</a:t>
            </a:r>
            <a:endParaRPr sz="1200">
              <a:latin typeface="Times New Roman"/>
              <a:cs typeface="Times New Roman"/>
            </a:endParaRPr>
          </a:p>
          <a:p>
            <a:pPr marL="12700" marR="561113">
              <a:lnSpc>
                <a:spcPts val="1379"/>
              </a:lnSpc>
              <a:spcBef>
                <a:spcPts val="703"/>
              </a:spcBef>
            </a:pPr>
            <a:r>
              <a:rPr dirty="0" smtClean="0" sz="1200" spc="0">
                <a:latin typeface="Times New Roman"/>
                <a:cs typeface="Times New Roman"/>
              </a:rPr>
              <a:t>Todos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ensajes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deb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rán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proba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prin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io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por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presid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561113">
              <a:lnSpc>
                <a:spcPts val="1379"/>
              </a:lnSpc>
              <a:spcBef>
                <a:spcPts val="69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Hac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segui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sesion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extr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nar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pregu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 marR="22860">
              <a:lnSpc>
                <a:spcPct val="95825"/>
              </a:lnSpc>
              <a:spcBef>
                <a:spcPts val="714"/>
              </a:spcBef>
            </a:pP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eva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orden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9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ejo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z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foro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para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fun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ones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proto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8047" y="8352488"/>
            <a:ext cx="101600" cy="70484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633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690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63600" y="1085215"/>
            <a:ext cx="600837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/>
          <p:nvPr/>
        </p:nvSpPr>
        <p:spPr>
          <a:xfrm>
            <a:off x="863600" y="1224915"/>
            <a:ext cx="6008370" cy="0"/>
          </a:xfrm>
          <a:custGeom>
            <a:avLst/>
            <a:gdLst/>
            <a:ahLst/>
            <a:cxnLst/>
            <a:rect l="l" t="t" r="r" b="b"/>
            <a:pathLst>
              <a:path w="6008370" h="0">
                <a:moveTo>
                  <a:pt x="0" y="0"/>
                </a:moveTo>
                <a:lnTo>
                  <a:pt x="600837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615432" y="437490"/>
            <a:ext cx="1261333" cy="508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985"/>
              </a:lnSpc>
              <a:spcBef>
                <a:spcPts val="199"/>
              </a:spcBef>
            </a:pPr>
            <a:r>
              <a:rPr dirty="0" smtClean="0" sz="3800" b="1" i="1">
                <a:latin typeface="Arial"/>
                <a:cs typeface="Arial"/>
              </a:rPr>
              <a:t>ctJn</a:t>
            </a:r>
            <a:r>
              <a:rPr dirty="0" smtClean="0" sz="3800" spc="-869" b="1" i="1">
                <a:latin typeface="Arial"/>
                <a:cs typeface="Arial"/>
              </a:rPr>
              <a:t>u</a:t>
            </a:r>
            <a:r>
              <a:rPr dirty="0" smtClean="0" sz="3800" spc="0" b="1" i="1">
                <a:solidFill>
                  <a:srgbClr val="66A0C3"/>
                </a:solidFill>
                <a:latin typeface="Arial"/>
                <a:cs typeface="Arial"/>
              </a:rPr>
              <a:t>e</a:t>
            </a:r>
            <a:endParaRPr sz="3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49905" y="588449"/>
            <a:ext cx="1673225" cy="5089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530"/>
              </a:lnSpc>
              <a:spcBef>
                <a:spcPts val="76"/>
              </a:spcBef>
            </a:pPr>
            <a:r>
              <a:rPr dirty="0" smtClean="0" sz="1400" spc="0" b="1">
                <a:latin typeface="Times New Roman"/>
                <a:cs typeface="Times New Roman"/>
              </a:rPr>
              <a:t>CHR</a:t>
            </a:r>
            <a:r>
              <a:rPr dirty="0" smtClean="0" sz="1400" spc="-4" b="1">
                <a:latin typeface="Times New Roman"/>
                <a:cs typeface="Times New Roman"/>
              </a:rPr>
              <a:t>I</a:t>
            </a:r>
            <a:r>
              <a:rPr dirty="0" smtClean="0" sz="1400" spc="0" b="1">
                <a:latin typeface="Times New Roman"/>
                <a:cs typeface="Times New Roman"/>
              </a:rPr>
              <a:t>STA</a:t>
            </a:r>
            <a:r>
              <a:rPr dirty="0" smtClean="0" sz="1400" spc="-4" b="1">
                <a:latin typeface="Times New Roman"/>
                <a:cs typeface="Times New Roman"/>
              </a:rPr>
              <a:t>M</a:t>
            </a:r>
            <a:r>
              <a:rPr dirty="0" smtClean="0" sz="1400" spc="0" b="1">
                <a:latin typeface="Times New Roman"/>
                <a:cs typeface="Times New Roman"/>
              </a:rPr>
              <a:t>UN</a:t>
            </a:r>
            <a:r>
              <a:rPr dirty="0" smtClean="0" sz="1400" spc="9" b="1">
                <a:latin typeface="Times New Roman"/>
                <a:cs typeface="Times New Roman"/>
              </a:rPr>
              <a:t> </a:t>
            </a:r>
            <a:r>
              <a:rPr dirty="0" smtClean="0" sz="1400" spc="0" b="1">
                <a:latin typeface="Times New Roman"/>
                <a:cs typeface="Times New Roman"/>
              </a:rPr>
              <a:t>2026</a:t>
            </a:r>
            <a:endParaRPr sz="1400">
              <a:latin typeface="Times New Roman"/>
              <a:cs typeface="Times New Roman"/>
            </a:endParaRPr>
          </a:p>
          <a:p>
            <a:pPr marL="92686" marR="107025" algn="ctr">
              <a:lnSpc>
                <a:spcPct val="101725"/>
              </a:lnSpc>
              <a:spcBef>
                <a:spcPts val="858"/>
              </a:spcBef>
            </a:pP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T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r</a:t>
            </a:r>
            <a:r>
              <a:rPr dirty="0" smtClean="0" sz="1200" spc="4">
                <a:solidFill>
                  <a:srgbClr val="313D4F"/>
                </a:solidFill>
                <a:latin typeface="Calibri"/>
                <a:cs typeface="Calibri"/>
              </a:rPr>
              <a:t>i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nid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a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d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-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B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eni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-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B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o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li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v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ia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83428" y="885674"/>
            <a:ext cx="1249693" cy="1020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dirty="0" smtClean="0" sz="600" i="1">
                <a:solidFill>
                  <a:srgbClr val="66A0C3"/>
                </a:solidFill>
                <a:latin typeface="Arial"/>
                <a:cs typeface="Arial"/>
              </a:rPr>
              <a:t>C</a:t>
            </a:r>
            <a:r>
              <a:rPr dirty="0" smtClean="0" sz="600" i="1">
                <a:solidFill>
                  <a:srgbClr val="7CACCD"/>
                </a:solidFill>
                <a:latin typeface="Arial"/>
                <a:cs typeface="Arial"/>
              </a:rPr>
              <a:t>enlr</a:t>
            </a:r>
            <a:r>
              <a:rPr dirty="0" smtClean="0" sz="600" spc="14" i="1">
                <a:solidFill>
                  <a:srgbClr val="66A0C3"/>
                </a:solidFill>
                <a:latin typeface="Arial"/>
                <a:cs typeface="Arial"/>
              </a:rPr>
              <a:t>o</a:t>
            </a:r>
            <a:r>
              <a:rPr dirty="0" smtClean="0" sz="600" spc="0" i="1">
                <a:solidFill>
                  <a:srgbClr val="66A0C3"/>
                </a:solidFill>
                <a:latin typeface="Times New Roman"/>
                <a:cs typeface="Times New Roman"/>
              </a:rPr>
              <a:t>de</a:t>
            </a:r>
            <a:r>
              <a:rPr dirty="0" smtClean="0" sz="600" spc="-84" i="1">
                <a:solidFill>
                  <a:srgbClr val="66A0C3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Inform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ció</a:t>
            </a:r>
            <a:r>
              <a:rPr dirty="0" smtClean="0" sz="600" spc="-18" i="1">
                <a:solidFill>
                  <a:srgbClr val="7CACCD"/>
                </a:solidFill>
                <a:latin typeface="Arial"/>
                <a:cs typeface="Arial"/>
              </a:rPr>
              <a:t>n</a:t>
            </a:r>
            <a:r>
              <a:rPr dirty="0" smtClean="0" sz="600" spc="0" i="1">
                <a:solidFill>
                  <a:srgbClr val="66A0C3"/>
                </a:solidFill>
                <a:latin typeface="Times New Roman"/>
                <a:cs typeface="Times New Roman"/>
              </a:rPr>
              <a:t>de</a:t>
            </a:r>
            <a:r>
              <a:rPr dirty="0" smtClean="0" sz="600" spc="7" i="1">
                <a:solidFill>
                  <a:srgbClr val="66A0C3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N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cione</a:t>
            </a:r>
            <a:r>
              <a:rPr dirty="0" smtClean="0" sz="600" spc="25" i="1">
                <a:solidFill>
                  <a:srgbClr val="7CACCD"/>
                </a:solidFill>
                <a:latin typeface="Arial"/>
                <a:cs typeface="Arial"/>
              </a:rPr>
              <a:t>s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Un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ida</a:t>
            </a:r>
            <a:r>
              <a:rPr dirty="0" smtClean="0" sz="600" spc="-29" i="1">
                <a:solidFill>
                  <a:srgbClr val="7CACCD"/>
                </a:solidFill>
                <a:latin typeface="Arial"/>
                <a:cs typeface="Arial"/>
              </a:rPr>
              <a:t>s</a:t>
            </a:r>
            <a:r>
              <a:rPr dirty="0" smtClean="0" sz="600" spc="0" i="1">
                <a:solidFill>
                  <a:srgbClr val="2F85BA"/>
                </a:solidFill>
                <a:latin typeface="Arial"/>
                <a:cs typeface="Arial"/>
              </a:rPr>
              <a:t>B</a:t>
            </a:r>
            <a:r>
              <a:rPr dirty="0" smtClean="0" sz="600" spc="0" i="1">
                <a:solidFill>
                  <a:srgbClr val="508CB3"/>
                </a:solidFill>
                <a:latin typeface="Arial"/>
                <a:cs typeface="Arial"/>
              </a:rPr>
              <a:t>o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li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vi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8047" y="1241601"/>
            <a:ext cx="5568327" cy="4395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 b="1" u="heavy">
                <a:latin typeface="Times New Roman"/>
                <a:cs typeface="Times New Roman"/>
              </a:rPr>
              <a:t>Paj</a:t>
            </a:r>
            <a:r>
              <a:rPr dirty="0" smtClean="0" sz="1200" spc="-4" b="1" u="heavy">
                <a:latin typeface="Times New Roman"/>
                <a:cs typeface="Times New Roman"/>
              </a:rPr>
              <a:t>e</a:t>
            </a:r>
            <a:r>
              <a:rPr dirty="0" smtClean="0" sz="1200" spc="0" b="1" u="heavy">
                <a:latin typeface="Times New Roman"/>
                <a:cs typeface="Times New Roman"/>
              </a:rPr>
              <a:t>s: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64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Serán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5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5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p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5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6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5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ridades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6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39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59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5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foro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5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princi</a:t>
            </a:r>
            <a:r>
              <a:rPr dirty="0" smtClean="0" sz="1200" spc="-4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al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5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sus</a:t>
            </a:r>
            <a:endParaRPr sz="1200">
              <a:latin typeface="Times New Roman"/>
              <a:cs typeface="Times New Roman"/>
            </a:endParaRPr>
          </a:p>
          <a:p>
            <a:pPr marL="12700" marR="22860">
              <a:lnSpc>
                <a:spcPct val="95825"/>
              </a:lnSpc>
              <a:spcBef>
                <a:spcPts val="614"/>
              </a:spcBef>
            </a:pP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ribuci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nes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son: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8047" y="1898602"/>
            <a:ext cx="101600" cy="44208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634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16647" y="1899461"/>
            <a:ext cx="5332003" cy="17567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32473" marR="13586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Ap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fun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nes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ofici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conf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232473" marR="1066">
              <a:lnSpc>
                <a:spcPts val="1379"/>
              </a:lnSpc>
              <a:spcBef>
                <a:spcPts val="634"/>
              </a:spcBef>
            </a:pPr>
            <a:r>
              <a:rPr dirty="0" smtClean="0" sz="1200" spc="0">
                <a:latin typeface="Times New Roman"/>
                <a:cs typeface="Times New Roman"/>
              </a:rPr>
              <a:t>Fac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litar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9">
                <a:latin typeface="Times New Roman"/>
                <a:cs typeface="Times New Roman"/>
              </a:rPr>
              <a:t>v</a:t>
            </a:r>
            <a:r>
              <a:rPr dirty="0" smtClean="0" sz="1200" spc="0">
                <a:latin typeface="Times New Roman"/>
                <a:cs typeface="Times New Roman"/>
              </a:rPr>
              <a:t>és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sa</a:t>
            </a:r>
            <a:r>
              <a:rPr dirty="0" smtClean="0" sz="1200" spc="4">
                <a:latin typeface="Times New Roman"/>
                <a:cs typeface="Times New Roman"/>
              </a:rPr>
              <a:t>j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dos;</a:t>
            </a:r>
            <a:r>
              <a:rPr dirty="0" smtClean="0" sz="1200" spc="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gados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32473" marR="1066">
              <a:lnSpc>
                <a:spcPts val="1379"/>
              </a:lnSpc>
              <a:spcBef>
                <a:spcPts val="678"/>
              </a:spcBef>
            </a:pP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9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a.</a:t>
            </a:r>
            <a:endParaRPr sz="1200">
              <a:latin typeface="Times New Roman"/>
              <a:cs typeface="Times New Roman"/>
            </a:endParaRPr>
          </a:p>
          <a:p>
            <a:pPr marL="12700" indent="219773" algn="just">
              <a:lnSpc>
                <a:spcPts val="1379"/>
              </a:lnSpc>
              <a:spcBef>
                <a:spcPts val="723"/>
              </a:spcBef>
            </a:pPr>
            <a:r>
              <a:rPr dirty="0" smtClean="0" sz="1200" spc="0">
                <a:latin typeface="Times New Roman"/>
                <a:cs typeface="Times New Roman"/>
              </a:rPr>
              <a:t>Fac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litar</a:t>
            </a:r>
            <a:r>
              <a:rPr dirty="0" smtClean="0" sz="1200" spc="-6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agua</a:t>
            </a:r>
            <a:r>
              <a:rPr dirty="0" smtClean="0" sz="1200" spc="-6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-5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</a:t>
            </a:r>
            <a:r>
              <a:rPr dirty="0" smtClean="0" sz="1200" spc="4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eles</a:t>
            </a:r>
            <a:r>
              <a:rPr dirty="0" smtClean="0" sz="1200" spc="-5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5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59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ara</a:t>
            </a:r>
            <a:r>
              <a:rPr dirty="0" smtClean="0" sz="1200" spc="-6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-4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ensajes</a:t>
            </a:r>
            <a:r>
              <a:rPr dirty="0" smtClean="0" sz="1200" spc="-5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5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-5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gados</a:t>
            </a:r>
            <a:r>
              <a:rPr dirty="0" smtClean="0" sz="1200" spc="-5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6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5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esa.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ts val="1392"/>
              </a:lnSpc>
              <a:spcBef>
                <a:spcPts val="689"/>
              </a:spcBef>
            </a:pPr>
            <a:r>
              <a:rPr dirty="0" smtClean="0" sz="1200" spc="0" b="1">
                <a:latin typeface="Times New Roman"/>
                <a:cs typeface="Times New Roman"/>
              </a:rPr>
              <a:t>C</a:t>
            </a:r>
            <a:r>
              <a:rPr dirty="0" smtClean="0" sz="1200" spc="-4" b="1">
                <a:latin typeface="Times New Roman"/>
                <a:cs typeface="Times New Roman"/>
              </a:rPr>
              <a:t>o</a:t>
            </a:r>
            <a:r>
              <a:rPr dirty="0" smtClean="0" sz="1200" spc="19" b="1">
                <a:latin typeface="Times New Roman"/>
                <a:cs typeface="Times New Roman"/>
              </a:rPr>
              <a:t>m</a:t>
            </a:r>
            <a:r>
              <a:rPr dirty="0" smtClean="0" sz="1200" spc="0" b="1">
                <a:latin typeface="Times New Roman"/>
                <a:cs typeface="Times New Roman"/>
              </a:rPr>
              <a:t>is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ones:</a:t>
            </a:r>
            <a:r>
              <a:rPr dirty="0" smtClean="0" sz="1200" spc="14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2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arg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2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var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2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9">
                <a:latin typeface="Times New Roman"/>
                <a:cs typeface="Times New Roman"/>
              </a:rPr>
              <a:t>b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2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2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2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bajo</a:t>
            </a:r>
            <a:r>
              <a:rPr dirty="0" smtClean="0" sz="1200" spc="2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(r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par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3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asig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ado)</a:t>
            </a:r>
            <a:r>
              <a:rPr dirty="0" smtClean="0" sz="1200" spc="2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ts val="1379"/>
              </a:lnSpc>
              <a:spcBef>
                <a:spcPts val="69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is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ne</a:t>
            </a:r>
            <a:r>
              <a:rPr dirty="0" smtClean="0" sz="1200" spc="-4">
                <a:latin typeface="Times New Roman"/>
                <a:cs typeface="Times New Roman"/>
              </a:rPr>
              <a:t>z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an.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Los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serán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pa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ados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por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sus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respe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vos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jef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endParaRPr sz="1200">
              <a:latin typeface="Times New Roman"/>
              <a:cs typeface="Times New Roman"/>
            </a:endParaRPr>
          </a:p>
          <a:p>
            <a:pPr marL="12700" marR="13586">
              <a:lnSpc>
                <a:spcPct val="95825"/>
              </a:lnSpc>
              <a:spcBef>
                <a:spcPts val="714"/>
              </a:spcBef>
            </a:pP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b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Protoc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lo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Ofi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88047" y="2688542"/>
            <a:ext cx="162559" cy="44154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22859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62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4.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6647" y="3887036"/>
            <a:ext cx="2206155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3.</a:t>
            </a: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 </a:t>
            </a: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DELEGACION</a:t>
            </a:r>
            <a:r>
              <a:rPr dirty="0" smtClean="0" sz="1800" spc="-4" b="1">
                <a:solidFill>
                  <a:srgbClr val="D3AE5F"/>
                </a:solidFill>
                <a:latin typeface="Times New Roman"/>
                <a:cs typeface="Times New Roman"/>
              </a:rPr>
              <a:t>E</a:t>
            </a: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S: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8047" y="4368722"/>
            <a:ext cx="162559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1.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16647" y="4368722"/>
            <a:ext cx="5763600" cy="385851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13586">
              <a:lnSpc>
                <a:spcPts val="1325"/>
              </a:lnSpc>
              <a:spcBef>
                <a:spcPts val="66"/>
              </a:spcBef>
            </a:pPr>
            <a:r>
              <a:rPr dirty="0" smtClean="0" sz="1200" spc="0" b="1">
                <a:latin typeface="Times New Roman"/>
                <a:cs typeface="Times New Roman"/>
              </a:rPr>
              <a:t>Co</a:t>
            </a:r>
            <a:r>
              <a:rPr dirty="0" smtClean="0" sz="1200" spc="-4" b="1">
                <a:latin typeface="Times New Roman"/>
                <a:cs typeface="Times New Roman"/>
              </a:rPr>
              <a:t>n</a:t>
            </a:r>
            <a:r>
              <a:rPr dirty="0" smtClean="0" sz="1200" spc="9" b="1">
                <a:latin typeface="Times New Roman"/>
                <a:cs typeface="Times New Roman"/>
              </a:rPr>
              <a:t>f</a:t>
            </a:r>
            <a:r>
              <a:rPr dirty="0" smtClean="0" sz="1200" spc="0" b="1">
                <a:latin typeface="Times New Roman"/>
                <a:cs typeface="Times New Roman"/>
              </a:rPr>
              <a:t>o</a:t>
            </a:r>
            <a:r>
              <a:rPr dirty="0" smtClean="0" sz="1200" spc="-14" b="1">
                <a:latin typeface="Times New Roman"/>
                <a:cs typeface="Times New Roman"/>
              </a:rPr>
              <a:t>r</a:t>
            </a:r>
            <a:r>
              <a:rPr dirty="0" smtClean="0" sz="1200" spc="19" b="1">
                <a:latin typeface="Times New Roman"/>
                <a:cs typeface="Times New Roman"/>
              </a:rPr>
              <a:t>m</a:t>
            </a:r>
            <a:r>
              <a:rPr dirty="0" smtClean="0" sz="1200" spc="0" b="1">
                <a:latin typeface="Times New Roman"/>
                <a:cs typeface="Times New Roman"/>
              </a:rPr>
              <a:t>ac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ón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4" b="1">
                <a:latin typeface="Times New Roman"/>
                <a:cs typeface="Times New Roman"/>
              </a:rPr>
              <a:t>d</a:t>
            </a:r>
            <a:r>
              <a:rPr dirty="0" smtClean="0" sz="1200" spc="0" b="1">
                <a:latin typeface="Times New Roman"/>
                <a:cs typeface="Times New Roman"/>
              </a:rPr>
              <a:t>e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-4" b="1">
                <a:latin typeface="Times New Roman"/>
                <a:cs typeface="Times New Roman"/>
              </a:rPr>
              <a:t>l</a:t>
            </a:r>
            <a:r>
              <a:rPr dirty="0" smtClean="0" sz="1200" spc="-9" b="1">
                <a:latin typeface="Times New Roman"/>
                <a:cs typeface="Times New Roman"/>
              </a:rPr>
              <a:t>a</a:t>
            </a:r>
            <a:r>
              <a:rPr dirty="0" smtClean="0" sz="1200" spc="0" b="1">
                <a:latin typeface="Times New Roman"/>
                <a:cs typeface="Times New Roman"/>
              </a:rPr>
              <a:t>s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4" b="1">
                <a:latin typeface="Times New Roman"/>
                <a:cs typeface="Times New Roman"/>
              </a:rPr>
              <a:t>d</a:t>
            </a:r>
            <a:r>
              <a:rPr dirty="0" smtClean="0" sz="1200" spc="0" b="1">
                <a:latin typeface="Times New Roman"/>
                <a:cs typeface="Times New Roman"/>
              </a:rPr>
              <a:t>e</a:t>
            </a:r>
            <a:r>
              <a:rPr dirty="0" smtClean="0" sz="1200" spc="-4" b="1">
                <a:latin typeface="Times New Roman"/>
                <a:cs typeface="Times New Roman"/>
              </a:rPr>
              <a:t>l</a:t>
            </a:r>
            <a:r>
              <a:rPr dirty="0" smtClean="0" sz="1200" spc="0" b="1">
                <a:latin typeface="Times New Roman"/>
                <a:cs typeface="Times New Roman"/>
              </a:rPr>
              <a:t>ega</a:t>
            </a:r>
            <a:r>
              <a:rPr dirty="0" smtClean="0" sz="1200" spc="-4" b="1">
                <a:latin typeface="Times New Roman"/>
                <a:cs typeface="Times New Roman"/>
              </a:rPr>
              <a:t>c</a:t>
            </a:r>
            <a:r>
              <a:rPr dirty="0" smtClean="0" sz="1200" spc="0" b="1">
                <a:latin typeface="Times New Roman"/>
                <a:cs typeface="Times New Roman"/>
              </a:rPr>
              <a:t>i</a:t>
            </a:r>
            <a:r>
              <a:rPr dirty="0" smtClean="0" sz="1200" spc="-4" b="1">
                <a:latin typeface="Times New Roman"/>
                <a:cs typeface="Times New Roman"/>
              </a:rPr>
              <a:t>o</a:t>
            </a:r>
            <a:r>
              <a:rPr dirty="0" smtClean="0" sz="1200" spc="0" b="1">
                <a:latin typeface="Times New Roman"/>
                <a:cs typeface="Times New Roman"/>
              </a:rPr>
              <a:t>nes:</a:t>
            </a:r>
            <a:r>
              <a:rPr dirty="0" smtClean="0" sz="1200" spc="-9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ga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nes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rán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grad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9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gados</a:t>
            </a:r>
            <a:endParaRPr sz="1200">
              <a:latin typeface="Times New Roman"/>
              <a:cs typeface="Times New Roman"/>
            </a:endParaRPr>
          </a:p>
          <a:p>
            <a:pPr marL="12700" marR="91846">
              <a:lnSpc>
                <a:spcPts val="1379"/>
              </a:lnSpc>
              <a:spcBef>
                <a:spcPts val="623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str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bu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dos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for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s.</a:t>
            </a:r>
            <a:r>
              <a:rPr dirty="0" smtClean="0" sz="1200" spc="-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nes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repr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sentac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for</a:t>
            </a:r>
            <a:r>
              <a:rPr dirty="0" smtClean="0" sz="1200" spc="-9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st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91846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nera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conjun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ven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o.</a:t>
            </a:r>
            <a:endParaRPr sz="1200">
              <a:latin typeface="Times New Roman"/>
              <a:cs typeface="Times New Roman"/>
            </a:endParaRPr>
          </a:p>
          <a:p>
            <a:pPr marL="12700" marR="289559">
              <a:lnSpc>
                <a:spcPts val="1392"/>
              </a:lnSpc>
              <a:spcBef>
                <a:spcPts val="714"/>
              </a:spcBef>
            </a:pPr>
            <a:r>
              <a:rPr dirty="0" smtClean="0" sz="1200" spc="0" b="1">
                <a:latin typeface="Times New Roman"/>
                <a:cs typeface="Times New Roman"/>
              </a:rPr>
              <a:t>Den</a:t>
            </a:r>
            <a:r>
              <a:rPr dirty="0" smtClean="0" sz="1200" spc="-4" b="1">
                <a:latin typeface="Times New Roman"/>
                <a:cs typeface="Times New Roman"/>
              </a:rPr>
              <a:t>o</a:t>
            </a:r>
            <a:r>
              <a:rPr dirty="0" smtClean="0" sz="1200" spc="19" b="1">
                <a:latin typeface="Times New Roman"/>
                <a:cs typeface="Times New Roman"/>
              </a:rPr>
              <a:t>m</a:t>
            </a:r>
            <a:r>
              <a:rPr dirty="0" smtClean="0" sz="1200" spc="0" b="1">
                <a:latin typeface="Times New Roman"/>
                <a:cs typeface="Times New Roman"/>
              </a:rPr>
              <a:t>inac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ón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4" b="1">
                <a:latin typeface="Times New Roman"/>
                <a:cs typeface="Times New Roman"/>
              </a:rPr>
              <a:t>d</a:t>
            </a:r>
            <a:r>
              <a:rPr dirty="0" smtClean="0" sz="1200" spc="0" b="1">
                <a:latin typeface="Times New Roman"/>
                <a:cs typeface="Times New Roman"/>
              </a:rPr>
              <a:t>e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-4" b="1">
                <a:latin typeface="Times New Roman"/>
                <a:cs typeface="Times New Roman"/>
              </a:rPr>
              <a:t>l</a:t>
            </a:r>
            <a:r>
              <a:rPr dirty="0" smtClean="0" sz="1200" spc="-9" b="1">
                <a:latin typeface="Times New Roman"/>
                <a:cs typeface="Times New Roman"/>
              </a:rPr>
              <a:t>a</a:t>
            </a:r>
            <a:r>
              <a:rPr dirty="0" smtClean="0" sz="1200" spc="0" b="1">
                <a:latin typeface="Times New Roman"/>
                <a:cs typeface="Times New Roman"/>
              </a:rPr>
              <a:t>s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4" b="1">
                <a:latin typeface="Times New Roman"/>
                <a:cs typeface="Times New Roman"/>
              </a:rPr>
              <a:t>d</a:t>
            </a:r>
            <a:r>
              <a:rPr dirty="0" smtClean="0" sz="1200" spc="0" b="1">
                <a:latin typeface="Times New Roman"/>
                <a:cs typeface="Times New Roman"/>
              </a:rPr>
              <a:t>e</a:t>
            </a:r>
            <a:r>
              <a:rPr dirty="0" smtClean="0" sz="1200" spc="-4" b="1">
                <a:latin typeface="Times New Roman"/>
                <a:cs typeface="Times New Roman"/>
              </a:rPr>
              <a:t>l</a:t>
            </a:r>
            <a:r>
              <a:rPr dirty="0" smtClean="0" sz="1200" spc="0" b="1">
                <a:latin typeface="Times New Roman"/>
                <a:cs typeface="Times New Roman"/>
              </a:rPr>
              <a:t>ega</a:t>
            </a:r>
            <a:r>
              <a:rPr dirty="0" smtClean="0" sz="1200" spc="-4" b="1">
                <a:latin typeface="Times New Roman"/>
                <a:cs typeface="Times New Roman"/>
              </a:rPr>
              <a:t>c</a:t>
            </a:r>
            <a:r>
              <a:rPr dirty="0" smtClean="0" sz="1200" spc="0" b="1">
                <a:latin typeface="Times New Roman"/>
                <a:cs typeface="Times New Roman"/>
              </a:rPr>
              <a:t>i</a:t>
            </a:r>
            <a:r>
              <a:rPr dirty="0" smtClean="0" sz="1200" spc="-4" b="1">
                <a:latin typeface="Times New Roman"/>
                <a:cs typeface="Times New Roman"/>
              </a:rPr>
              <a:t>o</a:t>
            </a:r>
            <a:r>
              <a:rPr dirty="0" smtClean="0" sz="1200" spc="0" b="1">
                <a:latin typeface="Times New Roman"/>
                <a:cs typeface="Times New Roman"/>
              </a:rPr>
              <a:t>nes:</a:t>
            </a:r>
            <a:r>
              <a:rPr dirty="0" smtClean="0" sz="1200" spc="-9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Podrá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z</a:t>
            </a:r>
            <a:r>
              <a:rPr dirty="0" smtClean="0" sz="1200" spc="0">
                <a:latin typeface="Times New Roman"/>
                <a:cs typeface="Times New Roman"/>
              </a:rPr>
              <a:t>arse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“</a:t>
            </a:r>
            <a:r>
              <a:rPr dirty="0" smtClean="0" sz="1200" spc="0">
                <a:latin typeface="Times New Roman"/>
                <a:cs typeface="Times New Roman"/>
              </a:rPr>
              <a:t>est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19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br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”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289559">
              <a:lnSpc>
                <a:spcPts val="1379"/>
              </a:lnSpc>
              <a:spcBef>
                <a:spcPts val="696"/>
              </a:spcBef>
            </a:pPr>
            <a:r>
              <a:rPr dirty="0" smtClean="0" sz="1200" spc="4">
                <a:latin typeface="Times New Roman"/>
                <a:cs typeface="Times New Roman"/>
              </a:rPr>
              <a:t>“</a:t>
            </a:r>
            <a:r>
              <a:rPr dirty="0" smtClean="0" sz="1200" spc="0">
                <a:latin typeface="Times New Roman"/>
                <a:cs typeface="Times New Roman"/>
              </a:rPr>
              <a:t>repr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sent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ón”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“</a:t>
            </a:r>
            <a:r>
              <a:rPr dirty="0" smtClean="0" sz="1200" spc="0">
                <a:latin typeface="Times New Roman"/>
                <a:cs typeface="Times New Roman"/>
              </a:rPr>
              <a:t>repr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sent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”</a:t>
            </a:r>
            <a:r>
              <a:rPr dirty="0" smtClean="0" sz="1200" spc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 marR="12649">
              <a:lnSpc>
                <a:spcPts val="1392"/>
              </a:lnSpc>
              <a:spcBef>
                <a:spcPts val="714"/>
              </a:spcBef>
            </a:pPr>
            <a:r>
              <a:rPr dirty="0" smtClean="0" sz="1200" spc="0" b="1">
                <a:latin typeface="Times New Roman"/>
                <a:cs typeface="Times New Roman"/>
              </a:rPr>
              <a:t>Del</a:t>
            </a:r>
            <a:r>
              <a:rPr dirty="0" smtClean="0" sz="1200" spc="-4" b="1">
                <a:latin typeface="Times New Roman"/>
                <a:cs typeface="Times New Roman"/>
              </a:rPr>
              <a:t>e</a:t>
            </a:r>
            <a:r>
              <a:rPr dirty="0" smtClean="0" sz="1200" spc="0" b="1">
                <a:latin typeface="Times New Roman"/>
                <a:cs typeface="Times New Roman"/>
              </a:rPr>
              <a:t>gac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ones</a:t>
            </a:r>
            <a:r>
              <a:rPr dirty="0" smtClean="0" sz="1200" spc="4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e</a:t>
            </a:r>
            <a:r>
              <a:rPr dirty="0" smtClean="0" sz="1200" spc="14" b="1">
                <a:latin typeface="Times New Roman"/>
                <a:cs typeface="Times New Roman"/>
              </a:rPr>
              <a:t>m</a:t>
            </a:r>
            <a:r>
              <a:rPr dirty="0" smtClean="0" sz="1200" spc="0" b="1">
                <a:latin typeface="Times New Roman"/>
                <a:cs typeface="Times New Roman"/>
              </a:rPr>
              <a:t>ba</a:t>
            </a:r>
            <a:r>
              <a:rPr dirty="0" smtClean="0" sz="1200" spc="-4" b="1">
                <a:latin typeface="Times New Roman"/>
                <a:cs typeface="Times New Roman"/>
              </a:rPr>
              <a:t>j</a:t>
            </a:r>
            <a:r>
              <a:rPr dirty="0" smtClean="0" sz="1200" spc="0" b="1">
                <a:latin typeface="Times New Roman"/>
                <a:cs typeface="Times New Roman"/>
              </a:rPr>
              <a:t>adora</a:t>
            </a:r>
            <a:r>
              <a:rPr dirty="0" smtClean="0" sz="1200" spc="4" b="1">
                <a:latin typeface="Times New Roman"/>
                <a:cs typeface="Times New Roman"/>
              </a:rPr>
              <a:t>s</a:t>
            </a:r>
            <a:r>
              <a:rPr dirty="0" smtClean="0" sz="1200" spc="0" b="1">
                <a:latin typeface="Times New Roman"/>
                <a:cs typeface="Times New Roman"/>
              </a:rPr>
              <a:t>:</a:t>
            </a:r>
            <a:r>
              <a:rPr dirty="0" smtClean="0" sz="1200" spc="-19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-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segui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eso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ir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estr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12649">
              <a:lnSpc>
                <a:spcPts val="1379"/>
              </a:lnSpc>
              <a:spcBef>
                <a:spcPts val="69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reun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ones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info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is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ones</a:t>
            </a:r>
            <a:r>
              <a:rPr dirty="0" smtClean="0" sz="1200" spc="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podrán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senc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sesi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nes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for</a:t>
            </a:r>
            <a:r>
              <a:rPr dirty="0" smtClean="0" sz="1200" spc="-9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12649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fer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órganos.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rán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dere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hos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m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bros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sión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12649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ex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ep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pod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án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votar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uc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ones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as.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drán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12649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re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dores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san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nes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ni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iliz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para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desarr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llo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foro.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odo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12649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respe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-4">
                <a:latin typeface="Times New Roman"/>
                <a:cs typeface="Times New Roman"/>
              </a:rPr>
              <a:t>á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ed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proc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to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foros.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92"/>
              </a:lnSpc>
              <a:spcBef>
                <a:spcPts val="714"/>
              </a:spcBef>
            </a:pPr>
            <a:r>
              <a:rPr dirty="0" smtClean="0" sz="1200" spc="0" b="1">
                <a:latin typeface="Times New Roman"/>
                <a:cs typeface="Times New Roman"/>
              </a:rPr>
              <a:t>Del</a:t>
            </a:r>
            <a:r>
              <a:rPr dirty="0" smtClean="0" sz="1200" spc="-4" b="1">
                <a:latin typeface="Times New Roman"/>
                <a:cs typeface="Times New Roman"/>
              </a:rPr>
              <a:t>e</a:t>
            </a:r>
            <a:r>
              <a:rPr dirty="0" smtClean="0" sz="1200" spc="0" b="1">
                <a:latin typeface="Times New Roman"/>
                <a:cs typeface="Times New Roman"/>
              </a:rPr>
              <a:t>gados</a:t>
            </a:r>
            <a:r>
              <a:rPr dirty="0" smtClean="0" sz="1200" spc="4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(de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las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del</a:t>
            </a:r>
            <a:r>
              <a:rPr dirty="0" smtClean="0" sz="1200" spc="-4" b="1">
                <a:latin typeface="Times New Roman"/>
                <a:cs typeface="Times New Roman"/>
              </a:rPr>
              <a:t>e</a:t>
            </a:r>
            <a:r>
              <a:rPr dirty="0" smtClean="0" sz="1200" spc="0" b="1">
                <a:latin typeface="Times New Roman"/>
                <a:cs typeface="Times New Roman"/>
              </a:rPr>
              <a:t>gac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ones):</a:t>
            </a:r>
            <a:r>
              <a:rPr dirty="0" smtClean="0" sz="1200" spc="4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ex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h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fer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“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g</a:t>
            </a:r>
            <a:r>
              <a:rPr dirty="0" smtClean="0" sz="1200" spc="0">
                <a:latin typeface="Times New Roman"/>
                <a:cs typeface="Times New Roman"/>
              </a:rPr>
              <a:t>ados”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69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m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bros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externa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ev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o.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ir,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est</a:t>
            </a:r>
            <a:r>
              <a:rPr dirty="0" smtClean="0" sz="1200" spc="-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par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ici</a:t>
            </a:r>
            <a:r>
              <a:rPr dirty="0" smtClean="0" sz="1200" spc="-4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odelo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onfo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na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(en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presen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g</a:t>
            </a:r>
            <a:r>
              <a:rPr dirty="0" smtClean="0" sz="1200" spc="9">
                <a:latin typeface="Times New Roman"/>
                <a:cs typeface="Times New Roman"/>
              </a:rPr>
              <a:t>ú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  <a:p>
            <a:pPr marL="12700" marR="13586">
              <a:lnSpc>
                <a:spcPct val="95825"/>
              </a:lnSpc>
              <a:spcBef>
                <a:spcPts val="714"/>
              </a:spcBef>
            </a:pP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st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u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n).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8047" y="5157392"/>
            <a:ext cx="162559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2.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8047" y="5683172"/>
            <a:ext cx="162559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3.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8047" y="7260766"/>
            <a:ext cx="162559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4.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63600" y="1085215"/>
            <a:ext cx="600837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bject 38"/>
          <p:cNvSpPr/>
          <p:nvPr/>
        </p:nvSpPr>
        <p:spPr>
          <a:xfrm>
            <a:off x="863600" y="1224915"/>
            <a:ext cx="6008370" cy="0"/>
          </a:xfrm>
          <a:custGeom>
            <a:avLst/>
            <a:gdLst/>
            <a:ahLst/>
            <a:cxnLst/>
            <a:rect l="l" t="t" r="r" b="b"/>
            <a:pathLst>
              <a:path w="6008370" h="0">
                <a:moveTo>
                  <a:pt x="0" y="0"/>
                </a:moveTo>
                <a:lnTo>
                  <a:pt x="600837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" name="object 22"/>
          <p:cNvSpPr/>
          <p:nvPr/>
        </p:nvSpPr>
        <p:spPr>
          <a:xfrm>
            <a:off x="957897" y="6787261"/>
            <a:ext cx="1165860" cy="0"/>
          </a:xfrm>
          <a:custGeom>
            <a:avLst/>
            <a:gdLst/>
            <a:ahLst/>
            <a:cxnLst/>
            <a:rect l="l" t="t" r="r" b="b"/>
            <a:pathLst>
              <a:path w="1165860" h="0">
                <a:moveTo>
                  <a:pt x="0" y="0"/>
                </a:moveTo>
                <a:lnTo>
                  <a:pt x="1165860" y="0"/>
                </a:lnTo>
              </a:path>
            </a:pathLst>
          </a:custGeom>
          <a:ln w="5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3" name="object 23"/>
          <p:cNvSpPr/>
          <p:nvPr/>
        </p:nvSpPr>
        <p:spPr>
          <a:xfrm>
            <a:off x="2127631" y="6787261"/>
            <a:ext cx="2469515" cy="0"/>
          </a:xfrm>
          <a:custGeom>
            <a:avLst/>
            <a:gdLst/>
            <a:ahLst/>
            <a:cxnLst/>
            <a:rect l="l" t="t" r="r" b="b"/>
            <a:pathLst>
              <a:path w="2469515" h="0">
                <a:moveTo>
                  <a:pt x="0" y="0"/>
                </a:moveTo>
                <a:lnTo>
                  <a:pt x="2469515" y="0"/>
                </a:lnTo>
              </a:path>
            </a:pathLst>
          </a:custGeom>
          <a:ln w="5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" name="object 24"/>
          <p:cNvSpPr/>
          <p:nvPr/>
        </p:nvSpPr>
        <p:spPr>
          <a:xfrm>
            <a:off x="4600829" y="6787261"/>
            <a:ext cx="2215261" cy="0"/>
          </a:xfrm>
          <a:custGeom>
            <a:avLst/>
            <a:gdLst/>
            <a:ahLst/>
            <a:cxnLst/>
            <a:rect l="l" t="t" r="r" b="b"/>
            <a:pathLst>
              <a:path w="2215261" h="0">
                <a:moveTo>
                  <a:pt x="0" y="0"/>
                </a:moveTo>
                <a:lnTo>
                  <a:pt x="2215261" y="0"/>
                </a:lnTo>
              </a:path>
            </a:pathLst>
          </a:custGeom>
          <a:ln w="5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object 25"/>
          <p:cNvSpPr/>
          <p:nvPr/>
        </p:nvSpPr>
        <p:spPr>
          <a:xfrm>
            <a:off x="957897" y="7062851"/>
            <a:ext cx="1165860" cy="0"/>
          </a:xfrm>
          <a:custGeom>
            <a:avLst/>
            <a:gdLst/>
            <a:ahLst/>
            <a:cxnLst/>
            <a:rect l="l" t="t" r="r" b="b"/>
            <a:pathLst>
              <a:path w="1165860" h="0">
                <a:moveTo>
                  <a:pt x="0" y="0"/>
                </a:moveTo>
                <a:lnTo>
                  <a:pt x="1165860" y="0"/>
                </a:lnTo>
              </a:path>
            </a:pathLst>
          </a:custGeom>
          <a:ln w="5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" name="object 26"/>
          <p:cNvSpPr/>
          <p:nvPr/>
        </p:nvSpPr>
        <p:spPr>
          <a:xfrm>
            <a:off x="2127631" y="7062851"/>
            <a:ext cx="2469515" cy="0"/>
          </a:xfrm>
          <a:custGeom>
            <a:avLst/>
            <a:gdLst/>
            <a:ahLst/>
            <a:cxnLst/>
            <a:rect l="l" t="t" r="r" b="b"/>
            <a:pathLst>
              <a:path w="2469515" h="0">
                <a:moveTo>
                  <a:pt x="0" y="0"/>
                </a:moveTo>
                <a:lnTo>
                  <a:pt x="2469515" y="0"/>
                </a:lnTo>
              </a:path>
            </a:pathLst>
          </a:custGeom>
          <a:ln w="5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" name="object 27"/>
          <p:cNvSpPr/>
          <p:nvPr/>
        </p:nvSpPr>
        <p:spPr>
          <a:xfrm>
            <a:off x="4600829" y="7062851"/>
            <a:ext cx="2215261" cy="0"/>
          </a:xfrm>
          <a:custGeom>
            <a:avLst/>
            <a:gdLst/>
            <a:ahLst/>
            <a:cxnLst/>
            <a:rect l="l" t="t" r="r" b="b"/>
            <a:pathLst>
              <a:path w="2215261" h="0">
                <a:moveTo>
                  <a:pt x="0" y="0"/>
                </a:moveTo>
                <a:lnTo>
                  <a:pt x="2215261" y="0"/>
                </a:lnTo>
              </a:path>
            </a:pathLst>
          </a:custGeom>
          <a:ln w="5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" name="object 28"/>
          <p:cNvSpPr/>
          <p:nvPr/>
        </p:nvSpPr>
        <p:spPr>
          <a:xfrm>
            <a:off x="957897" y="7893304"/>
            <a:ext cx="1165860" cy="0"/>
          </a:xfrm>
          <a:custGeom>
            <a:avLst/>
            <a:gdLst/>
            <a:ahLst/>
            <a:cxnLst/>
            <a:rect l="l" t="t" r="r" b="b"/>
            <a:pathLst>
              <a:path w="1165860" h="0">
                <a:moveTo>
                  <a:pt x="0" y="0"/>
                </a:moveTo>
                <a:lnTo>
                  <a:pt x="1165860" y="0"/>
                </a:lnTo>
              </a:path>
            </a:pathLst>
          </a:custGeom>
          <a:ln w="5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" name="object 29"/>
          <p:cNvSpPr/>
          <p:nvPr/>
        </p:nvSpPr>
        <p:spPr>
          <a:xfrm>
            <a:off x="2127631" y="7893304"/>
            <a:ext cx="2469515" cy="0"/>
          </a:xfrm>
          <a:custGeom>
            <a:avLst/>
            <a:gdLst/>
            <a:ahLst/>
            <a:cxnLst/>
            <a:rect l="l" t="t" r="r" b="b"/>
            <a:pathLst>
              <a:path w="2469515" h="0">
                <a:moveTo>
                  <a:pt x="0" y="0"/>
                </a:moveTo>
                <a:lnTo>
                  <a:pt x="2469515" y="0"/>
                </a:lnTo>
              </a:path>
            </a:pathLst>
          </a:custGeom>
          <a:ln w="5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" name="object 30"/>
          <p:cNvSpPr/>
          <p:nvPr/>
        </p:nvSpPr>
        <p:spPr>
          <a:xfrm>
            <a:off x="4600829" y="7893304"/>
            <a:ext cx="2215261" cy="0"/>
          </a:xfrm>
          <a:custGeom>
            <a:avLst/>
            <a:gdLst/>
            <a:ahLst/>
            <a:cxnLst/>
            <a:rect l="l" t="t" r="r" b="b"/>
            <a:pathLst>
              <a:path w="2215261" h="0">
                <a:moveTo>
                  <a:pt x="0" y="0"/>
                </a:moveTo>
                <a:lnTo>
                  <a:pt x="2215261" y="0"/>
                </a:lnTo>
              </a:path>
            </a:pathLst>
          </a:custGeom>
          <a:ln w="5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" name="object 31"/>
          <p:cNvSpPr/>
          <p:nvPr/>
        </p:nvSpPr>
        <p:spPr>
          <a:xfrm>
            <a:off x="955992" y="6785356"/>
            <a:ext cx="0" cy="2029713"/>
          </a:xfrm>
          <a:custGeom>
            <a:avLst/>
            <a:gdLst/>
            <a:ahLst/>
            <a:cxnLst/>
            <a:rect l="l" t="t" r="r" b="b"/>
            <a:pathLst>
              <a:path w="0" h="2029713">
                <a:moveTo>
                  <a:pt x="0" y="0"/>
                </a:moveTo>
                <a:lnTo>
                  <a:pt x="0" y="2029713"/>
                </a:lnTo>
              </a:path>
            </a:pathLst>
          </a:custGeom>
          <a:ln w="5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" name="object 32"/>
          <p:cNvSpPr/>
          <p:nvPr/>
        </p:nvSpPr>
        <p:spPr>
          <a:xfrm>
            <a:off x="957897" y="8813164"/>
            <a:ext cx="1165860" cy="0"/>
          </a:xfrm>
          <a:custGeom>
            <a:avLst/>
            <a:gdLst/>
            <a:ahLst/>
            <a:cxnLst/>
            <a:rect l="l" t="t" r="r" b="b"/>
            <a:pathLst>
              <a:path w="1165860" h="0">
                <a:moveTo>
                  <a:pt x="0" y="0"/>
                </a:moveTo>
                <a:lnTo>
                  <a:pt x="1165860" y="0"/>
                </a:lnTo>
              </a:path>
            </a:pathLst>
          </a:custGeom>
          <a:ln w="50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" name="object 33"/>
          <p:cNvSpPr/>
          <p:nvPr/>
        </p:nvSpPr>
        <p:spPr>
          <a:xfrm>
            <a:off x="2125726" y="6785356"/>
            <a:ext cx="0" cy="2029713"/>
          </a:xfrm>
          <a:custGeom>
            <a:avLst/>
            <a:gdLst/>
            <a:ahLst/>
            <a:cxnLst/>
            <a:rect l="l" t="t" r="r" b="b"/>
            <a:pathLst>
              <a:path w="0" h="2029713">
                <a:moveTo>
                  <a:pt x="0" y="0"/>
                </a:moveTo>
                <a:lnTo>
                  <a:pt x="0" y="2029713"/>
                </a:lnTo>
              </a:path>
            </a:pathLst>
          </a:custGeom>
          <a:ln w="50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" name="object 34"/>
          <p:cNvSpPr/>
          <p:nvPr/>
        </p:nvSpPr>
        <p:spPr>
          <a:xfrm>
            <a:off x="2127631" y="8813164"/>
            <a:ext cx="2469515" cy="0"/>
          </a:xfrm>
          <a:custGeom>
            <a:avLst/>
            <a:gdLst/>
            <a:ahLst/>
            <a:cxnLst/>
            <a:rect l="l" t="t" r="r" b="b"/>
            <a:pathLst>
              <a:path w="2469515" h="0">
                <a:moveTo>
                  <a:pt x="0" y="0"/>
                </a:moveTo>
                <a:lnTo>
                  <a:pt x="2469515" y="0"/>
                </a:lnTo>
              </a:path>
            </a:pathLst>
          </a:custGeom>
          <a:ln w="50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" name="object 35"/>
          <p:cNvSpPr/>
          <p:nvPr/>
        </p:nvSpPr>
        <p:spPr>
          <a:xfrm>
            <a:off x="4599050" y="6785356"/>
            <a:ext cx="0" cy="2029713"/>
          </a:xfrm>
          <a:custGeom>
            <a:avLst/>
            <a:gdLst/>
            <a:ahLst/>
            <a:cxnLst/>
            <a:rect l="l" t="t" r="r" b="b"/>
            <a:pathLst>
              <a:path w="0" h="2029713">
                <a:moveTo>
                  <a:pt x="0" y="0"/>
                </a:moveTo>
                <a:lnTo>
                  <a:pt x="0" y="2029713"/>
                </a:lnTo>
              </a:path>
            </a:pathLst>
          </a:custGeom>
          <a:ln w="5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" name="object 36"/>
          <p:cNvSpPr/>
          <p:nvPr/>
        </p:nvSpPr>
        <p:spPr>
          <a:xfrm>
            <a:off x="4600829" y="8813164"/>
            <a:ext cx="2215261" cy="0"/>
          </a:xfrm>
          <a:custGeom>
            <a:avLst/>
            <a:gdLst/>
            <a:ahLst/>
            <a:cxnLst/>
            <a:rect l="l" t="t" r="r" b="b"/>
            <a:pathLst>
              <a:path w="2215261" h="0">
                <a:moveTo>
                  <a:pt x="0" y="0"/>
                </a:moveTo>
                <a:lnTo>
                  <a:pt x="2215261" y="0"/>
                </a:lnTo>
              </a:path>
            </a:pathLst>
          </a:custGeom>
          <a:ln w="50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" name="object 37"/>
          <p:cNvSpPr/>
          <p:nvPr/>
        </p:nvSpPr>
        <p:spPr>
          <a:xfrm>
            <a:off x="6817994" y="6785356"/>
            <a:ext cx="0" cy="2029713"/>
          </a:xfrm>
          <a:custGeom>
            <a:avLst/>
            <a:gdLst/>
            <a:ahLst/>
            <a:cxnLst/>
            <a:rect l="l" t="t" r="r" b="b"/>
            <a:pathLst>
              <a:path w="0" h="2029713">
                <a:moveTo>
                  <a:pt x="0" y="0"/>
                </a:moveTo>
                <a:lnTo>
                  <a:pt x="0" y="2029713"/>
                </a:lnTo>
              </a:path>
            </a:pathLst>
          </a:custGeom>
          <a:ln w="5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5615432" y="437490"/>
            <a:ext cx="1261333" cy="508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985"/>
              </a:lnSpc>
              <a:spcBef>
                <a:spcPts val="199"/>
              </a:spcBef>
            </a:pPr>
            <a:r>
              <a:rPr dirty="0" smtClean="0" sz="3800" b="1" i="1">
                <a:latin typeface="Arial"/>
                <a:cs typeface="Arial"/>
              </a:rPr>
              <a:t>ctJn</a:t>
            </a:r>
            <a:r>
              <a:rPr dirty="0" smtClean="0" sz="3800" spc="-869" b="1" i="1">
                <a:latin typeface="Arial"/>
                <a:cs typeface="Arial"/>
              </a:rPr>
              <a:t>u</a:t>
            </a:r>
            <a:r>
              <a:rPr dirty="0" smtClean="0" sz="3800" spc="0" b="1" i="1">
                <a:solidFill>
                  <a:srgbClr val="66A0C3"/>
                </a:solidFill>
                <a:latin typeface="Arial"/>
                <a:cs typeface="Arial"/>
              </a:rPr>
              <a:t>e</a:t>
            </a:r>
            <a:endParaRPr sz="3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49905" y="588449"/>
            <a:ext cx="1673225" cy="5089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530"/>
              </a:lnSpc>
              <a:spcBef>
                <a:spcPts val="76"/>
              </a:spcBef>
            </a:pPr>
            <a:r>
              <a:rPr dirty="0" smtClean="0" sz="1400" spc="0" b="1">
                <a:latin typeface="Times New Roman"/>
                <a:cs typeface="Times New Roman"/>
              </a:rPr>
              <a:t>CHR</a:t>
            </a:r>
            <a:r>
              <a:rPr dirty="0" smtClean="0" sz="1400" spc="-4" b="1">
                <a:latin typeface="Times New Roman"/>
                <a:cs typeface="Times New Roman"/>
              </a:rPr>
              <a:t>I</a:t>
            </a:r>
            <a:r>
              <a:rPr dirty="0" smtClean="0" sz="1400" spc="0" b="1">
                <a:latin typeface="Times New Roman"/>
                <a:cs typeface="Times New Roman"/>
              </a:rPr>
              <a:t>STA</a:t>
            </a:r>
            <a:r>
              <a:rPr dirty="0" smtClean="0" sz="1400" spc="-4" b="1">
                <a:latin typeface="Times New Roman"/>
                <a:cs typeface="Times New Roman"/>
              </a:rPr>
              <a:t>M</a:t>
            </a:r>
            <a:r>
              <a:rPr dirty="0" smtClean="0" sz="1400" spc="0" b="1">
                <a:latin typeface="Times New Roman"/>
                <a:cs typeface="Times New Roman"/>
              </a:rPr>
              <a:t>UN</a:t>
            </a:r>
            <a:r>
              <a:rPr dirty="0" smtClean="0" sz="1400" spc="9" b="1">
                <a:latin typeface="Times New Roman"/>
                <a:cs typeface="Times New Roman"/>
              </a:rPr>
              <a:t> </a:t>
            </a:r>
            <a:r>
              <a:rPr dirty="0" smtClean="0" sz="1400" spc="0" b="1">
                <a:latin typeface="Times New Roman"/>
                <a:cs typeface="Times New Roman"/>
              </a:rPr>
              <a:t>2026</a:t>
            </a:r>
            <a:endParaRPr sz="1400">
              <a:latin typeface="Times New Roman"/>
              <a:cs typeface="Times New Roman"/>
            </a:endParaRPr>
          </a:p>
          <a:p>
            <a:pPr marL="92686" marR="107025" algn="ctr">
              <a:lnSpc>
                <a:spcPct val="101725"/>
              </a:lnSpc>
              <a:spcBef>
                <a:spcPts val="858"/>
              </a:spcBef>
            </a:pP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T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r</a:t>
            </a:r>
            <a:r>
              <a:rPr dirty="0" smtClean="0" sz="1200" spc="4">
                <a:solidFill>
                  <a:srgbClr val="313D4F"/>
                </a:solidFill>
                <a:latin typeface="Calibri"/>
                <a:cs typeface="Calibri"/>
              </a:rPr>
              <a:t>i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nid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a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d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-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B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eni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-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B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o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li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v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ia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83428" y="885674"/>
            <a:ext cx="1249693" cy="1020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dirty="0" smtClean="0" sz="600" i="1">
                <a:solidFill>
                  <a:srgbClr val="66A0C3"/>
                </a:solidFill>
                <a:latin typeface="Arial"/>
                <a:cs typeface="Arial"/>
              </a:rPr>
              <a:t>C</a:t>
            </a:r>
            <a:r>
              <a:rPr dirty="0" smtClean="0" sz="600" i="1">
                <a:solidFill>
                  <a:srgbClr val="7CACCD"/>
                </a:solidFill>
                <a:latin typeface="Arial"/>
                <a:cs typeface="Arial"/>
              </a:rPr>
              <a:t>enlr</a:t>
            </a:r>
            <a:r>
              <a:rPr dirty="0" smtClean="0" sz="600" spc="14" i="1">
                <a:solidFill>
                  <a:srgbClr val="66A0C3"/>
                </a:solidFill>
                <a:latin typeface="Arial"/>
                <a:cs typeface="Arial"/>
              </a:rPr>
              <a:t>o</a:t>
            </a:r>
            <a:r>
              <a:rPr dirty="0" smtClean="0" sz="600" spc="0" i="1">
                <a:solidFill>
                  <a:srgbClr val="66A0C3"/>
                </a:solidFill>
                <a:latin typeface="Times New Roman"/>
                <a:cs typeface="Times New Roman"/>
              </a:rPr>
              <a:t>de</a:t>
            </a:r>
            <a:r>
              <a:rPr dirty="0" smtClean="0" sz="600" spc="-84" i="1">
                <a:solidFill>
                  <a:srgbClr val="66A0C3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Inform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ció</a:t>
            </a:r>
            <a:r>
              <a:rPr dirty="0" smtClean="0" sz="600" spc="-18" i="1">
                <a:solidFill>
                  <a:srgbClr val="7CACCD"/>
                </a:solidFill>
                <a:latin typeface="Arial"/>
                <a:cs typeface="Arial"/>
              </a:rPr>
              <a:t>n</a:t>
            </a:r>
            <a:r>
              <a:rPr dirty="0" smtClean="0" sz="600" spc="0" i="1">
                <a:solidFill>
                  <a:srgbClr val="66A0C3"/>
                </a:solidFill>
                <a:latin typeface="Times New Roman"/>
                <a:cs typeface="Times New Roman"/>
              </a:rPr>
              <a:t>de</a:t>
            </a:r>
            <a:r>
              <a:rPr dirty="0" smtClean="0" sz="600" spc="7" i="1">
                <a:solidFill>
                  <a:srgbClr val="66A0C3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N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cione</a:t>
            </a:r>
            <a:r>
              <a:rPr dirty="0" smtClean="0" sz="600" spc="25" i="1">
                <a:solidFill>
                  <a:srgbClr val="7CACCD"/>
                </a:solidFill>
                <a:latin typeface="Arial"/>
                <a:cs typeface="Arial"/>
              </a:rPr>
              <a:t>s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Un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ida</a:t>
            </a:r>
            <a:r>
              <a:rPr dirty="0" smtClean="0" sz="600" spc="-29" i="1">
                <a:solidFill>
                  <a:srgbClr val="7CACCD"/>
                </a:solidFill>
                <a:latin typeface="Arial"/>
                <a:cs typeface="Arial"/>
              </a:rPr>
              <a:t>s</a:t>
            </a:r>
            <a:r>
              <a:rPr dirty="0" smtClean="0" sz="600" spc="0" i="1">
                <a:solidFill>
                  <a:srgbClr val="2F85BA"/>
                </a:solidFill>
                <a:latin typeface="Arial"/>
                <a:cs typeface="Arial"/>
              </a:rPr>
              <a:t>B</a:t>
            </a:r>
            <a:r>
              <a:rPr dirty="0" smtClean="0" sz="600" spc="0" i="1">
                <a:solidFill>
                  <a:srgbClr val="508CB3"/>
                </a:solidFill>
                <a:latin typeface="Arial"/>
                <a:cs typeface="Arial"/>
              </a:rPr>
              <a:t>o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li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vi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88047" y="1255342"/>
            <a:ext cx="5934745" cy="8092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13586">
              <a:lnSpc>
                <a:spcPts val="1939"/>
              </a:lnSpc>
              <a:spcBef>
                <a:spcPts val="97"/>
              </a:spcBef>
            </a:pP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4.</a:t>
            </a: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 </a:t>
            </a: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NORMAS</a:t>
            </a: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 </a:t>
            </a: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DE</a:t>
            </a: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 </a:t>
            </a: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COMPORTAM</a:t>
            </a:r>
            <a:r>
              <a:rPr dirty="0" smtClean="0" sz="1800" spc="4" b="1">
                <a:solidFill>
                  <a:srgbClr val="D3AE5F"/>
                </a:solidFill>
                <a:latin typeface="Times New Roman"/>
                <a:cs typeface="Times New Roman"/>
              </a:rPr>
              <a:t>I</a:t>
            </a: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ENTO:</a:t>
            </a:r>
            <a:endParaRPr sz="1800">
              <a:latin typeface="Times New Roman"/>
              <a:cs typeface="Times New Roman"/>
            </a:endParaRPr>
          </a:p>
          <a:p>
            <a:pPr marL="241300" indent="-228600">
              <a:lnSpc>
                <a:spcPct val="142361"/>
              </a:lnSpc>
              <a:spcBef>
                <a:spcPts val="47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1.</a:t>
            </a:r>
            <a:r>
              <a:rPr dirty="0" smtClean="0" sz="1200" spc="0">
                <a:latin typeface="Times New Roman"/>
                <a:cs typeface="Times New Roman"/>
              </a:rPr>
              <a:t>  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I</a:t>
            </a:r>
            <a:r>
              <a:rPr dirty="0" smtClean="0" sz="1200" spc="4" b="1">
                <a:latin typeface="Times New Roman"/>
                <a:cs typeface="Times New Roman"/>
              </a:rPr>
              <a:t>n</a:t>
            </a:r>
            <a:r>
              <a:rPr dirty="0" smtClean="0" sz="1200" spc="0" b="1">
                <a:latin typeface="Times New Roman"/>
                <a:cs typeface="Times New Roman"/>
              </a:rPr>
              <a:t>gr</a:t>
            </a:r>
            <a:r>
              <a:rPr dirty="0" smtClean="0" sz="1200" spc="-4" b="1">
                <a:latin typeface="Times New Roman"/>
                <a:cs typeface="Times New Roman"/>
              </a:rPr>
              <a:t>e</a:t>
            </a:r>
            <a:r>
              <a:rPr dirty="0" smtClean="0" sz="1200" spc="0" b="1">
                <a:latin typeface="Times New Roman"/>
                <a:cs typeface="Times New Roman"/>
              </a:rPr>
              <a:t>so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a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los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9" b="1">
                <a:latin typeface="Times New Roman"/>
                <a:cs typeface="Times New Roman"/>
              </a:rPr>
              <a:t>f</a:t>
            </a:r>
            <a:r>
              <a:rPr dirty="0" smtClean="0" sz="1200" spc="0" b="1">
                <a:latin typeface="Times New Roman"/>
                <a:cs typeface="Times New Roman"/>
              </a:rPr>
              <a:t>oros:</a:t>
            </a:r>
            <a:r>
              <a:rPr dirty="0" smtClean="0" sz="1200" spc="-34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Podrán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ingr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st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foros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presen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car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rís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as: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88047" y="2150189"/>
            <a:ext cx="101600" cy="9690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633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690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700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37564" y="2151048"/>
            <a:ext cx="4046931" cy="9690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Cu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porta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to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q</a:t>
            </a:r>
            <a:r>
              <a:rPr dirty="0" smtClean="0" sz="1200" spc="0">
                <a:latin typeface="Times New Roman"/>
                <a:cs typeface="Times New Roman"/>
              </a:rPr>
              <a:t>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pu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prot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o.</a:t>
            </a:r>
            <a:endParaRPr sz="1200">
              <a:latin typeface="Times New Roman"/>
              <a:cs typeface="Times New Roman"/>
            </a:endParaRPr>
          </a:p>
          <a:p>
            <a:pPr marL="12700" marR="407951">
              <a:lnSpc>
                <a:spcPts val="1379"/>
              </a:lnSpc>
              <a:spcBef>
                <a:spcPts val="633"/>
              </a:spcBef>
            </a:pP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pun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sesión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(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ran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10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n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s).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407951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bajo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ef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cto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sust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í</a:t>
            </a:r>
            <a:r>
              <a:rPr dirty="0" smtClean="0" sz="1200" spc="0">
                <a:latin typeface="Times New Roman"/>
                <a:cs typeface="Times New Roman"/>
              </a:rPr>
              <a:t>citas.</a:t>
            </a:r>
            <a:endParaRPr sz="1200">
              <a:latin typeface="Times New Roman"/>
              <a:cs typeface="Times New Roman"/>
            </a:endParaRPr>
          </a:p>
          <a:p>
            <a:pPr marL="12700" marR="22860">
              <a:lnSpc>
                <a:spcPct val="95825"/>
              </a:lnSpc>
              <a:spcBef>
                <a:spcPts val="724"/>
              </a:spcBef>
            </a:pP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port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dañ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ex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ra</a:t>
            </a:r>
            <a:r>
              <a:rPr dirty="0" smtClean="0" sz="1200" spc="4">
                <a:latin typeface="Times New Roman"/>
                <a:cs typeface="Times New Roman"/>
              </a:rPr>
              <a:t>ñ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proc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den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88047" y="3337228"/>
            <a:ext cx="3877919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podrán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ngresar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dist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foros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repr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sent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88047" y="3731593"/>
            <a:ext cx="101600" cy="9690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633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700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690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36421" y="3732452"/>
            <a:ext cx="3741674" cy="9690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2286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port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cred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corr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spond</a:t>
            </a:r>
            <a:r>
              <a:rPr dirty="0" smtClean="0" sz="1200" spc="9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e.</a:t>
            </a:r>
            <a:endParaRPr sz="1200">
              <a:latin typeface="Times New Roman"/>
              <a:cs typeface="Times New Roman"/>
            </a:endParaRPr>
          </a:p>
          <a:p>
            <a:pPr marL="12700" marR="158168">
              <a:lnSpc>
                <a:spcPts val="1379"/>
              </a:lnSpc>
              <a:spcBef>
                <a:spcPts val="633"/>
              </a:spcBef>
            </a:pPr>
            <a:r>
              <a:rPr dirty="0" smtClean="0" sz="1200" spc="0">
                <a:latin typeface="Times New Roman"/>
                <a:cs typeface="Times New Roman"/>
              </a:rPr>
              <a:t>Fa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to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po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ta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158168">
              <a:lnSpc>
                <a:spcPts val="1379"/>
              </a:lnSpc>
              <a:spcBef>
                <a:spcPts val="69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egu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10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arde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sesión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714"/>
              </a:spcBef>
            </a:pP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cu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v</a:t>
            </a:r>
            <a:r>
              <a:rPr dirty="0" smtClean="0" sz="1200" spc="0">
                <a:latin typeface="Times New Roman"/>
                <a:cs typeface="Times New Roman"/>
              </a:rPr>
              <a:t>esti</a:t>
            </a:r>
            <a:r>
              <a:rPr dirty="0" smtClean="0" sz="1200" spc="-9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apropiada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según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proto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8047" y="4786552"/>
            <a:ext cx="5972833" cy="17542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13586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2.</a:t>
            </a:r>
            <a:r>
              <a:rPr dirty="0" smtClean="0" sz="1200" spc="0">
                <a:latin typeface="Times New Roman"/>
                <a:cs typeface="Times New Roman"/>
              </a:rPr>
              <a:t>  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Fo</a:t>
            </a:r>
            <a:r>
              <a:rPr dirty="0" smtClean="0" sz="1200" spc="-4" b="1">
                <a:latin typeface="Times New Roman"/>
                <a:cs typeface="Times New Roman"/>
              </a:rPr>
              <a:t>r</a:t>
            </a:r>
            <a:r>
              <a:rPr dirty="0" smtClean="0" sz="1200" spc="19" b="1">
                <a:latin typeface="Times New Roman"/>
                <a:cs typeface="Times New Roman"/>
              </a:rPr>
              <a:t>m</a:t>
            </a:r>
            <a:r>
              <a:rPr dirty="0" smtClean="0" sz="1200" spc="0" b="1">
                <a:latin typeface="Times New Roman"/>
                <a:cs typeface="Times New Roman"/>
              </a:rPr>
              <a:t>a</a:t>
            </a:r>
            <a:r>
              <a:rPr dirty="0" smtClean="0" sz="1200" spc="-4" b="1">
                <a:latin typeface="Times New Roman"/>
                <a:cs typeface="Times New Roman"/>
              </a:rPr>
              <a:t>l</a:t>
            </a:r>
            <a:r>
              <a:rPr dirty="0" smtClean="0" sz="1200" spc="0" b="1">
                <a:latin typeface="Times New Roman"/>
                <a:cs typeface="Times New Roman"/>
              </a:rPr>
              <a:t>idad</a:t>
            </a:r>
            <a:r>
              <a:rPr dirty="0" smtClean="0" sz="1200" spc="-9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y</a:t>
            </a:r>
            <a:r>
              <a:rPr dirty="0" smtClean="0" sz="1200" spc="9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co</a:t>
            </a:r>
            <a:r>
              <a:rPr dirty="0" smtClean="0" sz="1200" spc="-4" b="1">
                <a:latin typeface="Times New Roman"/>
                <a:cs typeface="Times New Roman"/>
              </a:rPr>
              <a:t>r</a:t>
            </a:r>
            <a:r>
              <a:rPr dirty="0" smtClean="0" sz="1200" spc="0" b="1">
                <a:latin typeface="Times New Roman"/>
                <a:cs typeface="Times New Roman"/>
              </a:rPr>
              <a:t>t</a:t>
            </a:r>
            <a:r>
              <a:rPr dirty="0" smtClean="0" sz="1200" spc="-9" b="1">
                <a:latin typeface="Times New Roman"/>
                <a:cs typeface="Times New Roman"/>
              </a:rPr>
              <a:t>e</a:t>
            </a:r>
            <a:r>
              <a:rPr dirty="0" smtClean="0" sz="1200" spc="0" b="1">
                <a:latin typeface="Times New Roman"/>
                <a:cs typeface="Times New Roman"/>
              </a:rPr>
              <a:t>sía:</a:t>
            </a:r>
            <a:r>
              <a:rPr dirty="0" smtClean="0" sz="1200" spc="-14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ra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tre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dos,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br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ité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organ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z</a:t>
            </a:r>
            <a:r>
              <a:rPr dirty="0" smtClean="0" sz="1200" spc="0">
                <a:latin typeface="Times New Roman"/>
                <a:cs typeface="Times New Roman"/>
              </a:rPr>
              <a:t>ador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endParaRPr sz="1200">
              <a:latin typeface="Times New Roman"/>
              <a:cs typeface="Times New Roman"/>
            </a:endParaRPr>
          </a:p>
          <a:p>
            <a:pPr marL="241300" marR="371398">
              <a:lnSpc>
                <a:spcPts val="1379"/>
              </a:lnSpc>
              <a:spcBef>
                <a:spcPts val="623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ás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au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ori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ad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lo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debe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str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resp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oso.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371398">
              <a:lnSpc>
                <a:spcPts val="1379"/>
              </a:lnSpc>
              <a:spcBef>
                <a:spcPts val="685"/>
              </a:spcBef>
            </a:pPr>
            <a:r>
              <a:rPr dirty="0" smtClean="0" sz="1200" spc="0">
                <a:latin typeface="Times New Roman"/>
                <a:cs typeface="Times New Roman"/>
              </a:rPr>
              <a:t>form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docentes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profesores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deb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án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respe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ali</a:t>
            </a:r>
            <a:r>
              <a:rPr dirty="0" smtClean="0" sz="1200" spc="-4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9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á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go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371398">
              <a:lnSpc>
                <a:spcPts val="1379"/>
              </a:lnSpc>
              <a:spcBef>
                <a:spcPts val="685"/>
              </a:spcBef>
            </a:pPr>
            <a:r>
              <a:rPr dirty="0" smtClean="0" sz="1200" spc="0">
                <a:latin typeface="Times New Roman"/>
                <a:cs typeface="Times New Roman"/>
              </a:rPr>
              <a:t>au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orid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bros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é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org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z</a:t>
            </a:r>
            <a:r>
              <a:rPr dirty="0" smtClean="0" sz="1200" spc="0">
                <a:latin typeface="Times New Roman"/>
                <a:cs typeface="Times New Roman"/>
              </a:rPr>
              <a:t>ad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r.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ts val="1392"/>
              </a:lnSpc>
              <a:spcBef>
                <a:spcPts val="715"/>
              </a:spcBef>
            </a:pPr>
            <a:r>
              <a:rPr dirty="0" smtClean="0" sz="1200" spc="0">
                <a:latin typeface="Times New Roman"/>
                <a:cs typeface="Times New Roman"/>
              </a:rPr>
              <a:t>3.</a:t>
            </a:r>
            <a:r>
              <a:rPr dirty="0" smtClean="0" sz="1200" spc="0">
                <a:latin typeface="Times New Roman"/>
                <a:cs typeface="Times New Roman"/>
              </a:rPr>
              <a:t>  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 b="1">
                <a:latin typeface="Times New Roman"/>
                <a:cs typeface="Times New Roman"/>
              </a:rPr>
              <a:t>V</a:t>
            </a:r>
            <a:r>
              <a:rPr dirty="0" smtClean="0" sz="1200" spc="0" b="1">
                <a:latin typeface="Times New Roman"/>
                <a:cs typeface="Times New Roman"/>
              </a:rPr>
              <a:t>esti</a:t>
            </a:r>
            <a:r>
              <a:rPr dirty="0" smtClean="0" sz="1200" spc="14" b="1">
                <a:latin typeface="Times New Roman"/>
                <a:cs typeface="Times New Roman"/>
              </a:rPr>
              <a:t>m</a:t>
            </a:r>
            <a:r>
              <a:rPr dirty="0" smtClean="0" sz="1200" spc="0" b="1">
                <a:latin typeface="Times New Roman"/>
                <a:cs typeface="Times New Roman"/>
              </a:rPr>
              <a:t>enta:</a:t>
            </a:r>
            <a:r>
              <a:rPr dirty="0" smtClean="0" sz="1200" spc="-29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Todos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par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deb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rán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usar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raje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for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st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ts val="1379"/>
              </a:lnSpc>
              <a:spcBef>
                <a:spcPts val="69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debe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g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nc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dad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fe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b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foro.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esp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cifi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endParaRPr sz="1200">
              <a:latin typeface="Times New Roman"/>
              <a:cs typeface="Times New Roman"/>
            </a:endParaRPr>
          </a:p>
          <a:p>
            <a:pPr marL="241300" marR="13586">
              <a:lnSpc>
                <a:spcPct val="95825"/>
              </a:lnSpc>
              <a:spcBef>
                <a:spcPts val="717"/>
              </a:spcBef>
            </a:pPr>
            <a:r>
              <a:rPr dirty="0" smtClean="0" sz="1200" spc="0">
                <a:latin typeface="Times New Roman"/>
                <a:cs typeface="Times New Roman"/>
              </a:rPr>
              <a:t>para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9">
                <a:latin typeface="Times New Roman"/>
                <a:cs typeface="Times New Roman"/>
              </a:rPr>
              <a:t>t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á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dad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nu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5992" y="6787261"/>
            <a:ext cx="1169733" cy="27558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83476" marR="392303" algn="ctr">
              <a:lnSpc>
                <a:spcPct val="95825"/>
              </a:lnSpc>
              <a:spcBef>
                <a:spcPts val="60"/>
              </a:spcBef>
            </a:pPr>
            <a:r>
              <a:rPr dirty="0" smtClean="0" sz="1000" spc="0" b="1">
                <a:latin typeface="Times New Roman"/>
                <a:cs typeface="Times New Roman"/>
              </a:rPr>
              <a:t>RO</a:t>
            </a:r>
            <a:r>
              <a:rPr dirty="0" smtClean="0" sz="1000" spc="-79" b="1">
                <a:latin typeface="Times New Roman"/>
                <a:cs typeface="Times New Roman"/>
              </a:rPr>
              <a:t>P</a:t>
            </a:r>
            <a:r>
              <a:rPr dirty="0" smtClean="0" sz="1000" spc="0" b="1">
                <a:latin typeface="Times New Roman"/>
                <a:cs typeface="Times New Roman"/>
              </a:rPr>
              <a:t>A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25726" y="6787261"/>
            <a:ext cx="2473324" cy="27558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84503" marR="996314" algn="ctr">
              <a:lnSpc>
                <a:spcPct val="95825"/>
              </a:lnSpc>
              <a:spcBef>
                <a:spcPts val="60"/>
              </a:spcBef>
            </a:pPr>
            <a:r>
              <a:rPr dirty="0" smtClean="0" sz="1000" spc="-4" b="1">
                <a:latin typeface="Times New Roman"/>
                <a:cs typeface="Times New Roman"/>
              </a:rPr>
              <a:t>M</a:t>
            </a:r>
            <a:r>
              <a:rPr dirty="0" smtClean="0" sz="1000" spc="4" b="1">
                <a:latin typeface="Times New Roman"/>
                <a:cs typeface="Times New Roman"/>
              </a:rPr>
              <a:t>u</a:t>
            </a:r>
            <a:r>
              <a:rPr dirty="0" smtClean="0" sz="1000" spc="0" b="1">
                <a:latin typeface="Times New Roman"/>
                <a:cs typeface="Times New Roman"/>
              </a:rPr>
              <a:t>j</a:t>
            </a:r>
            <a:r>
              <a:rPr dirty="0" smtClean="0" sz="1000" spc="-4" b="1">
                <a:latin typeface="Times New Roman"/>
                <a:cs typeface="Times New Roman"/>
              </a:rPr>
              <a:t>e</a:t>
            </a:r>
            <a:r>
              <a:rPr dirty="0" smtClean="0" sz="1000" spc="-14" b="1">
                <a:latin typeface="Times New Roman"/>
                <a:cs typeface="Times New Roman"/>
              </a:rPr>
              <a:t>r</a:t>
            </a:r>
            <a:r>
              <a:rPr dirty="0" smtClean="0" sz="1000" spc="-4" b="1">
                <a:latin typeface="Times New Roman"/>
                <a:cs typeface="Times New Roman"/>
              </a:rPr>
              <a:t>e</a:t>
            </a:r>
            <a:r>
              <a:rPr dirty="0" smtClean="0" sz="1000" spc="0" b="1">
                <a:latin typeface="Times New Roman"/>
                <a:cs typeface="Times New Roman"/>
              </a:rPr>
              <a:t>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99050" y="6787261"/>
            <a:ext cx="2218944" cy="27558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26643" marR="850264" algn="ctr">
              <a:lnSpc>
                <a:spcPct val="95825"/>
              </a:lnSpc>
              <a:spcBef>
                <a:spcPts val="60"/>
              </a:spcBef>
            </a:pPr>
            <a:r>
              <a:rPr dirty="0" smtClean="0" sz="1000" spc="0" b="1">
                <a:latin typeface="Times New Roman"/>
                <a:cs typeface="Times New Roman"/>
              </a:rPr>
              <a:t>Ho</a:t>
            </a:r>
            <a:r>
              <a:rPr dirty="0" smtClean="0" sz="1000" spc="-9" b="1">
                <a:latin typeface="Times New Roman"/>
                <a:cs typeface="Times New Roman"/>
              </a:rPr>
              <a:t>m</a:t>
            </a:r>
            <a:r>
              <a:rPr dirty="0" smtClean="0" sz="1000" spc="4" b="1">
                <a:latin typeface="Times New Roman"/>
                <a:cs typeface="Times New Roman"/>
              </a:rPr>
              <a:t>b</a:t>
            </a:r>
            <a:r>
              <a:rPr dirty="0" smtClean="0" sz="1000" spc="-14" b="1">
                <a:latin typeface="Times New Roman"/>
                <a:cs typeface="Times New Roman"/>
              </a:rPr>
              <a:t>r</a:t>
            </a:r>
            <a:r>
              <a:rPr dirty="0" smtClean="0" sz="1000" spc="-4" b="1">
                <a:latin typeface="Times New Roman"/>
                <a:cs typeface="Times New Roman"/>
              </a:rPr>
              <a:t>e</a:t>
            </a:r>
            <a:r>
              <a:rPr dirty="0" smtClean="0" sz="1000" spc="0" b="1">
                <a:latin typeface="Times New Roman"/>
                <a:cs typeface="Times New Roman"/>
              </a:rPr>
              <a:t>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5992" y="7062851"/>
            <a:ext cx="1169733" cy="83045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397446" marR="416559" algn="ctr">
              <a:lnSpc>
                <a:spcPct val="95825"/>
              </a:lnSpc>
              <a:spcBef>
                <a:spcPts val="1410"/>
              </a:spcBef>
            </a:pPr>
            <a:r>
              <a:rPr dirty="0" smtClean="0" sz="1000" spc="-39">
                <a:latin typeface="Times New Roman"/>
                <a:cs typeface="Times New Roman"/>
              </a:rPr>
              <a:t>T</a:t>
            </a:r>
            <a:r>
              <a:rPr dirty="0" smtClean="0" sz="1000" spc="0">
                <a:latin typeface="Times New Roman"/>
                <a:cs typeface="Times New Roman"/>
              </a:rPr>
              <a:t>r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jes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25726" y="7062851"/>
            <a:ext cx="2473324" cy="83045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650"/>
              </a:lnSpc>
              <a:spcBef>
                <a:spcPts val="31"/>
              </a:spcBef>
            </a:pPr>
            <a:endParaRPr sz="650"/>
          </a:p>
          <a:p>
            <a:pPr marL="17622" marR="34386" indent="-2032" algn="ctr">
              <a:lnSpc>
                <a:spcPts val="1149"/>
              </a:lnSpc>
            </a:pPr>
            <a:r>
              <a:rPr dirty="0" smtClean="0" sz="1000" spc="0">
                <a:latin typeface="Times New Roman"/>
                <a:cs typeface="Times New Roman"/>
              </a:rPr>
              <a:t>D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b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n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mant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9">
                <a:latin typeface="Times New Roman"/>
                <a:cs typeface="Times New Roman"/>
              </a:rPr>
              <a:t>n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r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un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s</a:t>
            </a:r>
            <a:r>
              <a:rPr dirty="0" smtClean="0" sz="1000" spc="9">
                <a:latin typeface="Times New Roman"/>
                <a:cs typeface="Times New Roman"/>
              </a:rPr>
              <a:t>p</a:t>
            </a:r>
            <a:r>
              <a:rPr dirty="0" smtClean="0" sz="1000" spc="4">
                <a:latin typeface="Times New Roman"/>
                <a:cs typeface="Times New Roman"/>
              </a:rPr>
              <a:t>e</a:t>
            </a:r>
            <a:r>
              <a:rPr dirty="0" smtClean="0" sz="1000" spc="-4">
                <a:latin typeface="Times New Roman"/>
                <a:cs typeface="Times New Roman"/>
              </a:rPr>
              <a:t>c</a:t>
            </a:r>
            <a:r>
              <a:rPr dirty="0" smtClean="0" sz="1000" spc="0">
                <a:latin typeface="Times New Roman"/>
                <a:cs typeface="Times New Roman"/>
              </a:rPr>
              <a:t>to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fo</a:t>
            </a:r>
            <a:r>
              <a:rPr dirty="0" smtClean="0" sz="1000" spc="-4">
                <a:latin typeface="Times New Roman"/>
                <a:cs typeface="Times New Roman"/>
              </a:rPr>
              <a:t>r</a:t>
            </a:r>
            <a:r>
              <a:rPr dirty="0" smtClean="0" sz="1000" spc="0">
                <a:latin typeface="Times New Roman"/>
                <a:cs typeface="Times New Roman"/>
              </a:rPr>
              <a:t>mal,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endParaRPr sz="1000">
              <a:latin typeface="Times New Roman"/>
              <a:cs typeface="Times New Roman"/>
            </a:endParaRPr>
          </a:p>
          <a:p>
            <a:pPr marL="17622" marR="34386" algn="ctr">
              <a:lnSpc>
                <a:spcPts val="1149"/>
              </a:lnSpc>
              <a:spcBef>
                <a:spcPts val="574"/>
              </a:spcBef>
            </a:pP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s</a:t>
            </a:r>
            <a:r>
              <a:rPr dirty="0" smtClean="0" sz="1000" spc="4">
                <a:latin typeface="Times New Roman"/>
                <a:cs typeface="Times New Roman"/>
              </a:rPr>
              <a:t>e</a:t>
            </a:r>
            <a:r>
              <a:rPr dirty="0" smtClean="0" sz="1000" spc="-9">
                <a:latin typeface="Times New Roman"/>
                <a:cs typeface="Times New Roman"/>
              </a:rPr>
              <a:t>g</a:t>
            </a:r>
            <a:r>
              <a:rPr dirty="0" smtClean="0" sz="1000" spc="0">
                <a:latin typeface="Times New Roman"/>
                <a:cs typeface="Times New Roman"/>
              </a:rPr>
              <a:t>ur</a:t>
            </a:r>
            <a:r>
              <a:rPr dirty="0" smtClean="0" sz="1000" spc="-4">
                <a:latin typeface="Times New Roman"/>
                <a:cs typeface="Times New Roman"/>
              </a:rPr>
              <a:t>á</a:t>
            </a:r>
            <a:r>
              <a:rPr dirty="0" smtClean="0" sz="1000" spc="0">
                <a:latin typeface="Times New Roman"/>
                <a:cs typeface="Times New Roman"/>
              </a:rPr>
              <a:t>ndo</a:t>
            </a:r>
            <a:r>
              <a:rPr dirty="0" smtClean="0" sz="1000" spc="9">
                <a:latin typeface="Times New Roman"/>
                <a:cs typeface="Times New Roman"/>
              </a:rPr>
              <a:t>s</a:t>
            </a:r>
            <a:r>
              <a:rPr dirty="0" smtClean="0" sz="1000" spc="0">
                <a:latin typeface="Times New Roman"/>
                <a:cs typeface="Times New Roman"/>
              </a:rPr>
              <a:t>e</a:t>
            </a:r>
            <a:r>
              <a:rPr dirty="0" smtClean="0" sz="1000" spc="-4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de</a:t>
            </a:r>
            <a:r>
              <a:rPr dirty="0" smtClean="0" sz="1000" spc="-4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mant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9">
                <a:latin typeface="Times New Roman"/>
                <a:cs typeface="Times New Roman"/>
              </a:rPr>
              <a:t>n</a:t>
            </a:r>
            <a:r>
              <a:rPr dirty="0" smtClean="0" sz="1000" spc="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r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los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tr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jes</a:t>
            </a:r>
            <a:r>
              <a:rPr dirty="0" smtClean="0" sz="1000" spc="0">
                <a:latin typeface="Times New Roman"/>
                <a:cs typeface="Times New Roman"/>
              </a:rPr>
              <a:t>  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limp</a:t>
            </a:r>
            <a:r>
              <a:rPr dirty="0" smtClean="0" sz="1000" spc="4">
                <a:latin typeface="Times New Roman"/>
                <a:cs typeface="Times New Roman"/>
              </a:rPr>
              <a:t>i</a:t>
            </a:r>
            <a:r>
              <a:rPr dirty="0" smtClean="0" sz="1000" spc="0">
                <a:latin typeface="Times New Roman"/>
                <a:cs typeface="Times New Roman"/>
              </a:rPr>
              <a:t>os</a:t>
            </a:r>
            <a:r>
              <a:rPr dirty="0" smtClean="0" sz="1000" spc="9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y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endParaRPr sz="1000">
              <a:latin typeface="Times New Roman"/>
              <a:cs typeface="Times New Roman"/>
            </a:endParaRPr>
          </a:p>
          <a:p>
            <a:pPr marL="17622" marR="34386" algn="ctr">
              <a:lnSpc>
                <a:spcPts val="1149"/>
              </a:lnSpc>
              <a:spcBef>
                <a:spcPts val="574"/>
              </a:spcBef>
            </a:pPr>
            <a:r>
              <a:rPr dirty="0" smtClean="0" sz="1000" spc="0">
                <a:latin typeface="Times New Roman"/>
                <a:cs typeface="Times New Roman"/>
              </a:rPr>
              <a:t>sin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r</a:t>
            </a:r>
            <a:r>
              <a:rPr dirty="0" smtClean="0" sz="1000" spc="-4">
                <a:latin typeface="Times New Roman"/>
                <a:cs typeface="Times New Roman"/>
              </a:rPr>
              <a:t>r</a:t>
            </a:r>
            <a:r>
              <a:rPr dirty="0" smtClean="0" sz="1000" spc="9">
                <a:latin typeface="Times New Roman"/>
                <a:cs typeface="Times New Roman"/>
              </a:rPr>
              <a:t>u</a:t>
            </a:r>
            <a:r>
              <a:rPr dirty="0" smtClean="0" sz="1000" spc="-9">
                <a:latin typeface="Times New Roman"/>
                <a:cs typeface="Times New Roman"/>
              </a:rPr>
              <a:t>g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s.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99050" y="7062851"/>
            <a:ext cx="2218944" cy="83045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650"/>
              </a:lnSpc>
              <a:spcBef>
                <a:spcPts val="31"/>
              </a:spcBef>
            </a:pPr>
            <a:endParaRPr sz="650"/>
          </a:p>
          <a:p>
            <a:pPr marL="21305" marR="44165" indent="634" algn="ctr">
              <a:lnSpc>
                <a:spcPts val="1149"/>
              </a:lnSpc>
            </a:pPr>
            <a:r>
              <a:rPr dirty="0" smtClean="0" sz="1000" spc="0">
                <a:latin typeface="Times New Roman"/>
                <a:cs typeface="Times New Roman"/>
              </a:rPr>
              <a:t>D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b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n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mant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9">
                <a:latin typeface="Times New Roman"/>
                <a:cs typeface="Times New Roman"/>
              </a:rPr>
              <a:t>n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r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un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s</a:t>
            </a:r>
            <a:r>
              <a:rPr dirty="0" smtClean="0" sz="1000" spc="9">
                <a:latin typeface="Times New Roman"/>
                <a:cs typeface="Times New Roman"/>
              </a:rPr>
              <a:t>p</a:t>
            </a:r>
            <a:r>
              <a:rPr dirty="0" smtClean="0" sz="1000" spc="4">
                <a:latin typeface="Times New Roman"/>
                <a:cs typeface="Times New Roman"/>
              </a:rPr>
              <a:t>e</a:t>
            </a:r>
            <a:r>
              <a:rPr dirty="0" smtClean="0" sz="1000" spc="-4">
                <a:latin typeface="Times New Roman"/>
                <a:cs typeface="Times New Roman"/>
              </a:rPr>
              <a:t>c</a:t>
            </a:r>
            <a:r>
              <a:rPr dirty="0" smtClean="0" sz="1000" spc="0">
                <a:latin typeface="Times New Roman"/>
                <a:cs typeface="Times New Roman"/>
              </a:rPr>
              <a:t>to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fo</a:t>
            </a:r>
            <a:r>
              <a:rPr dirty="0" smtClean="0" sz="1000" spc="-4">
                <a:latin typeface="Times New Roman"/>
                <a:cs typeface="Times New Roman"/>
              </a:rPr>
              <a:t>r</a:t>
            </a:r>
            <a:r>
              <a:rPr dirty="0" smtClean="0" sz="1000" spc="0">
                <a:latin typeface="Times New Roman"/>
                <a:cs typeface="Times New Roman"/>
              </a:rPr>
              <a:t>mal,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-4">
                <a:latin typeface="Times New Roman"/>
                <a:cs typeface="Times New Roman"/>
              </a:rPr>
              <a:t>c</a:t>
            </a:r>
            <a:r>
              <a:rPr dirty="0" smtClean="0" sz="1000" spc="0">
                <a:latin typeface="Times New Roman"/>
                <a:cs typeface="Times New Roman"/>
              </a:rPr>
              <a:t>on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endParaRPr sz="1000">
              <a:latin typeface="Times New Roman"/>
              <a:cs typeface="Times New Roman"/>
            </a:endParaRPr>
          </a:p>
          <a:p>
            <a:pPr marL="21305" marR="44165" algn="ctr">
              <a:lnSpc>
                <a:spcPts val="1149"/>
              </a:lnSpc>
              <a:spcBef>
                <a:spcPts val="574"/>
              </a:spcBef>
            </a:pPr>
            <a:r>
              <a:rPr dirty="0" smtClean="0" sz="1000" spc="-4">
                <a:latin typeface="Times New Roman"/>
                <a:cs typeface="Times New Roman"/>
              </a:rPr>
              <a:t>c</a:t>
            </a:r>
            <a:r>
              <a:rPr dirty="0" smtClean="0" sz="1000" spc="0">
                <a:latin typeface="Times New Roman"/>
                <a:cs typeface="Times New Roman"/>
              </a:rPr>
              <a:t>orb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ta.</a:t>
            </a:r>
            <a:r>
              <a:rPr dirty="0" smtClean="0" sz="1000" spc="195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As</a:t>
            </a:r>
            <a:r>
              <a:rPr dirty="0" smtClean="0" sz="1000" spc="4">
                <a:latin typeface="Times New Roman"/>
                <a:cs typeface="Times New Roman"/>
              </a:rPr>
              <a:t>e</a:t>
            </a:r>
            <a:r>
              <a:rPr dirty="0" smtClean="0" sz="1000" spc="-9">
                <a:latin typeface="Times New Roman"/>
                <a:cs typeface="Times New Roman"/>
              </a:rPr>
              <a:t>g</a:t>
            </a:r>
            <a:r>
              <a:rPr dirty="0" smtClean="0" sz="1000" spc="9">
                <a:latin typeface="Times New Roman"/>
                <a:cs typeface="Times New Roman"/>
              </a:rPr>
              <a:t>ú</a:t>
            </a:r>
            <a:r>
              <a:rPr dirty="0" smtClean="0" sz="1000" spc="0">
                <a:latin typeface="Times New Roman"/>
                <a:cs typeface="Times New Roman"/>
              </a:rPr>
              <a:t>r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se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4">
                <a:latin typeface="Times New Roman"/>
                <a:cs typeface="Times New Roman"/>
              </a:rPr>
              <a:t>d</a:t>
            </a:r>
            <a:r>
              <a:rPr dirty="0" smtClean="0" sz="1000" spc="0">
                <a:latin typeface="Times New Roman"/>
                <a:cs typeface="Times New Roman"/>
              </a:rPr>
              <a:t>e</a:t>
            </a:r>
            <a:r>
              <a:rPr dirty="0" smtClean="0" sz="1000" spc="-4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mant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n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r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los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tr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9">
                <a:latin typeface="Times New Roman"/>
                <a:cs typeface="Times New Roman"/>
              </a:rPr>
              <a:t>j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s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endParaRPr sz="1000">
              <a:latin typeface="Times New Roman"/>
              <a:cs typeface="Times New Roman"/>
            </a:endParaRPr>
          </a:p>
          <a:p>
            <a:pPr marL="21305" marR="44165" algn="ctr">
              <a:lnSpc>
                <a:spcPts val="1149"/>
              </a:lnSpc>
              <a:spcBef>
                <a:spcPts val="574"/>
              </a:spcBef>
            </a:pPr>
            <a:r>
              <a:rPr dirty="0" smtClean="0" sz="1000" spc="0">
                <a:latin typeface="Times New Roman"/>
                <a:cs typeface="Times New Roman"/>
              </a:rPr>
              <a:t>l</a:t>
            </a:r>
            <a:r>
              <a:rPr dirty="0" smtClean="0" sz="1000" spc="4">
                <a:latin typeface="Times New Roman"/>
                <a:cs typeface="Times New Roman"/>
              </a:rPr>
              <a:t>i</a:t>
            </a:r>
            <a:r>
              <a:rPr dirty="0" smtClean="0" sz="1000" spc="0">
                <a:latin typeface="Times New Roman"/>
                <a:cs typeface="Times New Roman"/>
              </a:rPr>
              <a:t>mp</a:t>
            </a:r>
            <a:r>
              <a:rPr dirty="0" smtClean="0" sz="1000" spc="4">
                <a:latin typeface="Times New Roman"/>
                <a:cs typeface="Times New Roman"/>
              </a:rPr>
              <a:t>i</a:t>
            </a:r>
            <a:r>
              <a:rPr dirty="0" smtClean="0" sz="1000" spc="0">
                <a:latin typeface="Times New Roman"/>
                <a:cs typeface="Times New Roman"/>
              </a:rPr>
              <a:t>os</a:t>
            </a:r>
            <a:r>
              <a:rPr dirty="0" smtClean="0" sz="1000" spc="9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y</a:t>
            </a:r>
            <a:r>
              <a:rPr dirty="0" smtClean="0" sz="1000" spc="-29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sin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4">
                <a:latin typeface="Times New Roman"/>
                <a:cs typeface="Times New Roman"/>
              </a:rPr>
              <a:t>r</a:t>
            </a:r>
            <a:r>
              <a:rPr dirty="0" smtClean="0" sz="1000" spc="0">
                <a:latin typeface="Times New Roman"/>
                <a:cs typeface="Times New Roman"/>
              </a:rPr>
              <a:t>r</a:t>
            </a:r>
            <a:r>
              <a:rPr dirty="0" smtClean="0" sz="1000" spc="4">
                <a:latin typeface="Times New Roman"/>
                <a:cs typeface="Times New Roman"/>
              </a:rPr>
              <a:t>u</a:t>
            </a:r>
            <a:r>
              <a:rPr dirty="0" smtClean="0" sz="1000" spc="-9">
                <a:latin typeface="Times New Roman"/>
                <a:cs typeface="Times New Roman"/>
              </a:rPr>
              <a:t>g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s.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5992" y="7893304"/>
            <a:ext cx="1169733" cy="9198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750"/>
              </a:lnSpc>
              <a:spcBef>
                <a:spcPts val="1"/>
              </a:spcBef>
            </a:pPr>
            <a:endParaRPr sz="750"/>
          </a:p>
          <a:p>
            <a:pPr marL="222884">
              <a:lnSpc>
                <a:spcPct val="95825"/>
              </a:lnSpc>
              <a:spcBef>
                <a:spcPts val="2000"/>
              </a:spcBef>
            </a:pPr>
            <a:r>
              <a:rPr dirty="0" smtClean="0" sz="1000" spc="-4">
                <a:latin typeface="Times New Roman"/>
                <a:cs typeface="Times New Roman"/>
              </a:rPr>
              <a:t>B</a:t>
            </a:r>
            <a:r>
              <a:rPr dirty="0" smtClean="0" sz="1000" spc="0">
                <a:latin typeface="Times New Roman"/>
                <a:cs typeface="Times New Roman"/>
              </a:rPr>
              <a:t>lus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/</a:t>
            </a:r>
            <a:r>
              <a:rPr dirty="0" smtClean="0" sz="1000" spc="4">
                <a:latin typeface="Times New Roman"/>
                <a:cs typeface="Times New Roman"/>
              </a:rPr>
              <a:t>C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m</a:t>
            </a:r>
            <a:r>
              <a:rPr dirty="0" smtClean="0" sz="1000" spc="4">
                <a:latin typeface="Times New Roman"/>
                <a:cs typeface="Times New Roman"/>
              </a:rPr>
              <a:t>i</a:t>
            </a:r>
            <a:r>
              <a:rPr dirty="0" smtClean="0" sz="1000" spc="0">
                <a:latin typeface="Times New Roman"/>
                <a:cs typeface="Times New Roman"/>
              </a:rPr>
              <a:t>sa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25726" y="7893304"/>
            <a:ext cx="2473324" cy="9198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  <a:spcBef>
                <a:spcPts val="32"/>
              </a:spcBef>
            </a:pPr>
            <a:endParaRPr sz="1000"/>
          </a:p>
          <a:p>
            <a:pPr marL="60802" marR="124175" indent="0" algn="ctr">
              <a:lnSpc>
                <a:spcPts val="1149"/>
              </a:lnSpc>
            </a:pPr>
            <a:r>
              <a:rPr dirty="0" smtClean="0" sz="1000" spc="-4">
                <a:latin typeface="Times New Roman"/>
                <a:cs typeface="Times New Roman"/>
              </a:rPr>
              <a:t>B</a:t>
            </a:r>
            <a:r>
              <a:rPr dirty="0" smtClean="0" sz="1000" spc="0">
                <a:latin typeface="Times New Roman"/>
                <a:cs typeface="Times New Roman"/>
              </a:rPr>
              <a:t>lusa</a:t>
            </a:r>
            <a:r>
              <a:rPr dirty="0" smtClean="0" sz="1000" spc="-4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o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4">
                <a:latin typeface="Times New Roman"/>
                <a:cs typeface="Times New Roman"/>
              </a:rPr>
              <a:t>c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m</a:t>
            </a:r>
            <a:r>
              <a:rPr dirty="0" smtClean="0" sz="1000" spc="4">
                <a:latin typeface="Times New Roman"/>
                <a:cs typeface="Times New Roman"/>
              </a:rPr>
              <a:t>i</a:t>
            </a:r>
            <a:r>
              <a:rPr dirty="0" smtClean="0" sz="1000" spc="0">
                <a:latin typeface="Times New Roman"/>
                <a:cs typeface="Times New Roman"/>
              </a:rPr>
              <a:t>sa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de</a:t>
            </a:r>
            <a:r>
              <a:rPr dirty="0" smtClean="0" sz="1000" spc="-4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boton</a:t>
            </a:r>
            <a:r>
              <a:rPr dirty="0" smtClean="0" sz="1000" spc="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s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-4">
                <a:latin typeface="Times New Roman"/>
                <a:cs typeface="Times New Roman"/>
              </a:rPr>
              <a:t>c</a:t>
            </a:r>
            <a:r>
              <a:rPr dirty="0" smtClean="0" sz="1000" spc="9">
                <a:latin typeface="Times New Roman"/>
                <a:cs typeface="Times New Roman"/>
              </a:rPr>
              <a:t>u</a:t>
            </a:r>
            <a:r>
              <a:rPr dirty="0" smtClean="0" sz="1000" spc="-19">
                <a:latin typeface="Times New Roman"/>
                <a:cs typeface="Times New Roman"/>
              </a:rPr>
              <a:t>y</a:t>
            </a:r>
            <a:r>
              <a:rPr dirty="0" smtClean="0" sz="1000" spc="0">
                <a:latin typeface="Times New Roman"/>
                <a:cs typeface="Times New Roman"/>
              </a:rPr>
              <a:t>o</a:t>
            </a:r>
            <a:r>
              <a:rPr dirty="0" smtClean="0" sz="1000" spc="9">
                <a:latin typeface="Times New Roman"/>
                <a:cs typeface="Times New Roman"/>
              </a:rPr>
              <a:t> 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scote</a:t>
            </a:r>
            <a:r>
              <a:rPr dirty="0" smtClean="0" sz="1000" spc="0">
                <a:latin typeface="Times New Roman"/>
                <a:cs typeface="Times New Roman"/>
              </a:rPr>
              <a:t>  </a:t>
            </a:r>
            <a:r>
              <a:rPr dirty="0" smtClean="0" sz="1000" spc="4">
                <a:latin typeface="Times New Roman"/>
                <a:cs typeface="Times New Roman"/>
              </a:rPr>
              <a:t> 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ste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endParaRPr sz="1000">
              <a:latin typeface="Times New Roman"/>
              <a:cs typeface="Times New Roman"/>
            </a:endParaRPr>
          </a:p>
          <a:p>
            <a:pPr marL="60802" marR="124175" algn="ctr">
              <a:lnSpc>
                <a:spcPts val="1149"/>
              </a:lnSpc>
              <a:spcBef>
                <a:spcPts val="569"/>
              </a:spcBef>
            </a:pPr>
            <a:r>
              <a:rPr dirty="0" smtClean="0" sz="1000" spc="0">
                <a:latin typeface="Times New Roman"/>
                <a:cs typeface="Times New Roman"/>
              </a:rPr>
              <a:t>d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ntro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de</a:t>
            </a:r>
            <a:r>
              <a:rPr dirty="0" smtClean="0" sz="1000" spc="-4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los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p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4">
                <a:latin typeface="Times New Roman"/>
                <a:cs typeface="Times New Roman"/>
              </a:rPr>
              <a:t>r</a:t>
            </a:r>
            <a:r>
              <a:rPr dirty="0" smtClean="0" sz="1000" spc="-4">
                <a:latin typeface="Times New Roman"/>
                <a:cs typeface="Times New Roman"/>
              </a:rPr>
              <a:t>á</a:t>
            </a:r>
            <a:r>
              <a:rPr dirty="0" smtClean="0" sz="1000" spc="0">
                <a:latin typeface="Times New Roman"/>
                <a:cs typeface="Times New Roman"/>
              </a:rPr>
              <a:t>metr</a:t>
            </a:r>
            <a:r>
              <a:rPr dirty="0" smtClean="0" sz="1000" spc="-4">
                <a:latin typeface="Times New Roman"/>
                <a:cs typeface="Times New Roman"/>
              </a:rPr>
              <a:t>o</a:t>
            </a:r>
            <a:r>
              <a:rPr dirty="0" smtClean="0" sz="1000" spc="0">
                <a:latin typeface="Times New Roman"/>
                <a:cs typeface="Times New Roman"/>
              </a:rPr>
              <a:t>s</a:t>
            </a:r>
            <a:r>
              <a:rPr dirty="0" smtClean="0" sz="1000" spc="0">
                <a:latin typeface="Times New Roman"/>
                <a:cs typeface="Times New Roman"/>
              </a:rPr>
              <a:t>  </a:t>
            </a:r>
            <a:r>
              <a:rPr dirty="0" smtClean="0" sz="1000" spc="9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r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4">
                <a:latin typeface="Times New Roman"/>
                <a:cs typeface="Times New Roman"/>
              </a:rPr>
              <a:t>z</a:t>
            </a:r>
            <a:r>
              <a:rPr dirty="0" smtClean="0" sz="1000" spc="0">
                <a:latin typeface="Times New Roman"/>
                <a:cs typeface="Times New Roman"/>
              </a:rPr>
              <a:t>on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bles.</a:t>
            </a:r>
            <a:endParaRPr sz="1000">
              <a:latin typeface="Times New Roman"/>
              <a:cs typeface="Times New Roman"/>
            </a:endParaRPr>
          </a:p>
          <a:p>
            <a:pPr marL="298450" marR="314959" algn="ctr">
              <a:lnSpc>
                <a:spcPct val="95825"/>
              </a:lnSpc>
              <a:spcBef>
                <a:spcPts val="604"/>
              </a:spcBef>
            </a:pPr>
            <a:r>
              <a:rPr dirty="0" smtClean="0" sz="1000" spc="0">
                <a:latin typeface="Times New Roman"/>
                <a:cs typeface="Times New Roman"/>
              </a:rPr>
              <a:t>El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uso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de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pol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r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s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no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stá</a:t>
            </a:r>
            <a:r>
              <a:rPr dirty="0" smtClean="0" sz="1000" spc="4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p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rmitido.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9050" y="7893304"/>
            <a:ext cx="2218944" cy="9198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3662" marR="104871" indent="254" algn="ctr">
              <a:lnSpc>
                <a:spcPts val="1149"/>
              </a:lnSpc>
              <a:spcBef>
                <a:spcPts val="170"/>
              </a:spcBef>
            </a:pPr>
            <a:r>
              <a:rPr dirty="0" smtClean="0" sz="1000" spc="0">
                <a:latin typeface="Times New Roman"/>
                <a:cs typeface="Times New Roman"/>
              </a:rPr>
              <a:t>Cami</a:t>
            </a:r>
            <a:r>
              <a:rPr dirty="0" smtClean="0" sz="1000" spc="4">
                <a:latin typeface="Times New Roman"/>
                <a:cs typeface="Times New Roman"/>
              </a:rPr>
              <a:t>s</a:t>
            </a:r>
            <a:r>
              <a:rPr dirty="0" smtClean="0" sz="1000" spc="0">
                <a:latin typeface="Times New Roman"/>
                <a:cs typeface="Times New Roman"/>
              </a:rPr>
              <a:t>a</a:t>
            </a:r>
            <a:r>
              <a:rPr dirty="0" smtClean="0" sz="1000" spc="-4">
                <a:latin typeface="Times New Roman"/>
                <a:cs typeface="Times New Roman"/>
              </a:rPr>
              <a:t> </a:t>
            </a:r>
            <a:r>
              <a:rPr dirty="0" smtClean="0" sz="1000" spc="-4">
                <a:latin typeface="Times New Roman"/>
                <a:cs typeface="Times New Roman"/>
              </a:rPr>
              <a:t>c</a:t>
            </a:r>
            <a:r>
              <a:rPr dirty="0" smtClean="0" sz="1000" spc="0">
                <a:latin typeface="Times New Roman"/>
                <a:cs typeface="Times New Roman"/>
              </a:rPr>
              <a:t>on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-4">
                <a:latin typeface="Times New Roman"/>
                <a:cs typeface="Times New Roman"/>
              </a:rPr>
              <a:t>c</a:t>
            </a:r>
            <a:r>
              <a:rPr dirty="0" smtClean="0" sz="1000" spc="0">
                <a:latin typeface="Times New Roman"/>
                <a:cs typeface="Times New Roman"/>
              </a:rPr>
              <a:t>orb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9">
                <a:latin typeface="Times New Roman"/>
                <a:cs typeface="Times New Roman"/>
              </a:rPr>
              <a:t>t</a:t>
            </a:r>
            <a:r>
              <a:rPr dirty="0" smtClean="0" sz="1000" spc="0">
                <a:latin typeface="Times New Roman"/>
                <a:cs typeface="Times New Roman"/>
              </a:rPr>
              <a:t>a</a:t>
            </a:r>
            <a:r>
              <a:rPr dirty="0" smtClean="0" sz="1000" spc="-4">
                <a:latin typeface="Times New Roman"/>
                <a:cs typeface="Times New Roman"/>
              </a:rPr>
              <a:t> 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stá</a:t>
            </a:r>
            <a:r>
              <a:rPr dirty="0" smtClean="0" sz="1000" spc="4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p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rmitida.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El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endParaRPr sz="1000">
              <a:latin typeface="Times New Roman"/>
              <a:cs typeface="Times New Roman"/>
            </a:endParaRPr>
          </a:p>
          <a:p>
            <a:pPr marL="83662" marR="104871" algn="ctr">
              <a:lnSpc>
                <a:spcPts val="1149"/>
              </a:lnSpc>
              <a:spcBef>
                <a:spcPts val="573"/>
              </a:spcBef>
            </a:pPr>
            <a:r>
              <a:rPr dirty="0" smtClean="0" sz="1000" spc="0">
                <a:latin typeface="Times New Roman"/>
                <a:cs typeface="Times New Roman"/>
              </a:rPr>
              <a:t>uso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de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pol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r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s</a:t>
            </a:r>
            <a:r>
              <a:rPr dirty="0" smtClean="0" sz="1000" spc="19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y</a:t>
            </a:r>
            <a:r>
              <a:rPr dirty="0" smtClean="0" sz="1000" spc="-19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polos</a:t>
            </a:r>
            <a:r>
              <a:rPr dirty="0" smtClean="0" sz="1000" spc="9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no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st</a:t>
            </a:r>
            <a:r>
              <a:rPr dirty="0" smtClean="0" sz="1000" spc="-4">
                <a:latin typeface="Times New Roman"/>
                <a:cs typeface="Times New Roman"/>
              </a:rPr>
              <a:t>á</a:t>
            </a:r>
            <a:r>
              <a:rPr dirty="0" smtClean="0" sz="1000" spc="0">
                <a:latin typeface="Times New Roman"/>
                <a:cs typeface="Times New Roman"/>
              </a:rPr>
              <a:t>n.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endParaRPr sz="1000">
              <a:latin typeface="Times New Roman"/>
              <a:cs typeface="Times New Roman"/>
            </a:endParaRPr>
          </a:p>
          <a:p>
            <a:pPr marL="83662" marR="104871" algn="ctr">
              <a:lnSpc>
                <a:spcPts val="1149"/>
              </a:lnSpc>
              <a:spcBef>
                <a:spcPts val="573"/>
              </a:spcBef>
            </a:pPr>
            <a:r>
              <a:rPr dirty="0" smtClean="0" sz="1000" spc="4">
                <a:latin typeface="Times New Roman"/>
                <a:cs typeface="Times New Roman"/>
              </a:rPr>
              <a:t>S</a:t>
            </a:r>
            <a:r>
              <a:rPr dirty="0" smtClean="0" sz="1000" spc="0">
                <a:latin typeface="Times New Roman"/>
                <a:cs typeface="Times New Roman"/>
              </a:rPr>
              <a:t>u</a:t>
            </a:r>
            <a:r>
              <a:rPr dirty="0" smtClean="0" sz="1000" spc="-4">
                <a:latin typeface="Times New Roman"/>
                <a:cs typeface="Times New Roman"/>
              </a:rPr>
              <a:t>é</a:t>
            </a:r>
            <a:r>
              <a:rPr dirty="0" smtClean="0" sz="1000" spc="0">
                <a:latin typeface="Times New Roman"/>
                <a:cs typeface="Times New Roman"/>
              </a:rPr>
              <a:t>te</a:t>
            </a:r>
            <a:r>
              <a:rPr dirty="0" smtClean="0" sz="1000" spc="-4">
                <a:latin typeface="Times New Roman"/>
                <a:cs typeface="Times New Roman"/>
              </a:rPr>
              <a:t>r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s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st</a:t>
            </a:r>
            <a:r>
              <a:rPr dirty="0" smtClean="0" sz="1000" spc="-4">
                <a:latin typeface="Times New Roman"/>
                <a:cs typeface="Times New Roman"/>
              </a:rPr>
              <a:t>á</a:t>
            </a:r>
            <a:r>
              <a:rPr dirty="0" smtClean="0" sz="1000" spc="0">
                <a:latin typeface="Times New Roman"/>
                <a:cs typeface="Times New Roman"/>
              </a:rPr>
              <a:t>n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9">
                <a:latin typeface="Times New Roman"/>
                <a:cs typeface="Times New Roman"/>
              </a:rPr>
              <a:t>p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rmitidos.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El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uso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de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endParaRPr sz="1000">
              <a:latin typeface="Times New Roman"/>
              <a:cs typeface="Times New Roman"/>
            </a:endParaRPr>
          </a:p>
          <a:p>
            <a:pPr marL="83662" marR="104871" algn="ctr">
              <a:lnSpc>
                <a:spcPts val="1149"/>
              </a:lnSpc>
              <a:spcBef>
                <a:spcPts val="573"/>
              </a:spcBef>
            </a:pPr>
            <a:r>
              <a:rPr dirty="0" smtClean="0" sz="1000" spc="-4">
                <a:latin typeface="Times New Roman"/>
                <a:cs typeface="Times New Roman"/>
              </a:rPr>
              <a:t>c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m</a:t>
            </a:r>
            <a:r>
              <a:rPr dirty="0" smtClean="0" sz="1000" spc="4">
                <a:latin typeface="Times New Roman"/>
                <a:cs typeface="Times New Roman"/>
              </a:rPr>
              <a:t>i</a:t>
            </a:r>
            <a:r>
              <a:rPr dirty="0" smtClean="0" sz="1000" spc="0">
                <a:latin typeface="Times New Roman"/>
                <a:cs typeface="Times New Roman"/>
              </a:rPr>
              <a:t>sa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-4">
                <a:latin typeface="Times New Roman"/>
                <a:cs typeface="Times New Roman"/>
              </a:rPr>
              <a:t>c</a:t>
            </a:r>
            <a:r>
              <a:rPr dirty="0" smtClean="0" sz="1000" spc="0">
                <a:latin typeface="Times New Roman"/>
                <a:cs typeface="Times New Roman"/>
              </a:rPr>
              <a:t>on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ma</a:t>
            </a:r>
            <a:r>
              <a:rPr dirty="0" smtClean="0" sz="1000" spc="4">
                <a:latin typeface="Times New Roman"/>
                <a:cs typeface="Times New Roman"/>
              </a:rPr>
              <a:t>n</a:t>
            </a:r>
            <a:r>
              <a:rPr dirty="0" smtClean="0" sz="1000" spc="0">
                <a:latin typeface="Times New Roman"/>
                <a:cs typeface="Times New Roman"/>
              </a:rPr>
              <a:t>ga</a:t>
            </a:r>
            <a:r>
              <a:rPr dirty="0" smtClean="0" sz="1000" spc="-4">
                <a:latin typeface="Times New Roman"/>
                <a:cs typeface="Times New Roman"/>
              </a:rPr>
              <a:t> </a:t>
            </a:r>
            <a:r>
              <a:rPr dirty="0" smtClean="0" sz="1000" spc="-4">
                <a:latin typeface="Times New Roman"/>
                <a:cs typeface="Times New Roman"/>
              </a:rPr>
              <a:t>c</a:t>
            </a:r>
            <a:r>
              <a:rPr dirty="0" smtClean="0" sz="1000" spc="0">
                <a:latin typeface="Times New Roman"/>
                <a:cs typeface="Times New Roman"/>
              </a:rPr>
              <a:t>orta</a:t>
            </a:r>
            <a:r>
              <a:rPr dirty="0" smtClean="0" sz="1000" spc="4">
                <a:latin typeface="Times New Roman"/>
                <a:cs typeface="Times New Roman"/>
              </a:rPr>
              <a:t> 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stá</a:t>
            </a:r>
            <a:r>
              <a:rPr dirty="0" smtClean="0" sz="1000" spc="-4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pro</a:t>
            </a:r>
            <a:r>
              <a:rPr dirty="0" smtClean="0" sz="1000" spc="-4">
                <a:latin typeface="Times New Roman"/>
                <a:cs typeface="Times New Roman"/>
              </a:rPr>
              <a:t>h</a:t>
            </a:r>
            <a:r>
              <a:rPr dirty="0" smtClean="0" sz="1000" spc="0">
                <a:latin typeface="Times New Roman"/>
                <a:cs typeface="Times New Roman"/>
              </a:rPr>
              <a:t>ib</a:t>
            </a:r>
            <a:r>
              <a:rPr dirty="0" smtClean="0" sz="1000" spc="4">
                <a:latin typeface="Times New Roman"/>
                <a:cs typeface="Times New Roman"/>
              </a:rPr>
              <a:t>i</a:t>
            </a:r>
            <a:r>
              <a:rPr dirty="0" smtClean="0" sz="1000" spc="0">
                <a:latin typeface="Times New Roman"/>
                <a:cs typeface="Times New Roman"/>
              </a:rPr>
              <a:t>do.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63600" y="1085215"/>
            <a:ext cx="600837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 32"/>
          <p:cNvSpPr/>
          <p:nvPr/>
        </p:nvSpPr>
        <p:spPr>
          <a:xfrm>
            <a:off x="863600" y="1224915"/>
            <a:ext cx="6008370" cy="0"/>
          </a:xfrm>
          <a:custGeom>
            <a:avLst/>
            <a:gdLst/>
            <a:ahLst/>
            <a:cxnLst/>
            <a:rect l="l" t="t" r="r" b="b"/>
            <a:pathLst>
              <a:path w="6008370" h="0">
                <a:moveTo>
                  <a:pt x="0" y="0"/>
                </a:moveTo>
                <a:lnTo>
                  <a:pt x="600837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" name="object 33"/>
          <p:cNvSpPr/>
          <p:nvPr/>
        </p:nvSpPr>
        <p:spPr>
          <a:xfrm>
            <a:off x="957897" y="1241678"/>
            <a:ext cx="1165860" cy="0"/>
          </a:xfrm>
          <a:custGeom>
            <a:avLst/>
            <a:gdLst/>
            <a:ahLst/>
            <a:cxnLst/>
            <a:rect l="l" t="t" r="r" b="b"/>
            <a:pathLst>
              <a:path w="1165860" h="0">
                <a:moveTo>
                  <a:pt x="0" y="0"/>
                </a:moveTo>
                <a:lnTo>
                  <a:pt x="1165860" y="0"/>
                </a:lnTo>
              </a:path>
            </a:pathLst>
          </a:custGeom>
          <a:ln w="5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" name="object 34"/>
          <p:cNvSpPr/>
          <p:nvPr/>
        </p:nvSpPr>
        <p:spPr>
          <a:xfrm>
            <a:off x="2127631" y="1241678"/>
            <a:ext cx="2469515" cy="0"/>
          </a:xfrm>
          <a:custGeom>
            <a:avLst/>
            <a:gdLst/>
            <a:ahLst/>
            <a:cxnLst/>
            <a:rect l="l" t="t" r="r" b="b"/>
            <a:pathLst>
              <a:path w="2469515" h="0">
                <a:moveTo>
                  <a:pt x="0" y="0"/>
                </a:moveTo>
                <a:lnTo>
                  <a:pt x="2469515" y="0"/>
                </a:lnTo>
              </a:path>
            </a:pathLst>
          </a:custGeom>
          <a:ln w="5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" name="object 35"/>
          <p:cNvSpPr/>
          <p:nvPr/>
        </p:nvSpPr>
        <p:spPr>
          <a:xfrm>
            <a:off x="4600829" y="1241678"/>
            <a:ext cx="2215261" cy="0"/>
          </a:xfrm>
          <a:custGeom>
            <a:avLst/>
            <a:gdLst/>
            <a:ahLst/>
            <a:cxnLst/>
            <a:rect l="l" t="t" r="r" b="b"/>
            <a:pathLst>
              <a:path w="2215261" h="0">
                <a:moveTo>
                  <a:pt x="0" y="0"/>
                </a:moveTo>
                <a:lnTo>
                  <a:pt x="2215261" y="0"/>
                </a:lnTo>
              </a:path>
            </a:pathLst>
          </a:custGeom>
          <a:ln w="5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" name="object 36"/>
          <p:cNvSpPr/>
          <p:nvPr/>
        </p:nvSpPr>
        <p:spPr>
          <a:xfrm>
            <a:off x="957897" y="2559939"/>
            <a:ext cx="1165860" cy="0"/>
          </a:xfrm>
          <a:custGeom>
            <a:avLst/>
            <a:gdLst/>
            <a:ahLst/>
            <a:cxnLst/>
            <a:rect l="l" t="t" r="r" b="b"/>
            <a:pathLst>
              <a:path w="1165860" h="0">
                <a:moveTo>
                  <a:pt x="0" y="0"/>
                </a:moveTo>
                <a:lnTo>
                  <a:pt x="1165860" y="0"/>
                </a:lnTo>
              </a:path>
            </a:pathLst>
          </a:custGeom>
          <a:ln w="5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" name="object 37"/>
          <p:cNvSpPr/>
          <p:nvPr/>
        </p:nvSpPr>
        <p:spPr>
          <a:xfrm>
            <a:off x="2127631" y="2559939"/>
            <a:ext cx="2469515" cy="0"/>
          </a:xfrm>
          <a:custGeom>
            <a:avLst/>
            <a:gdLst/>
            <a:ahLst/>
            <a:cxnLst/>
            <a:rect l="l" t="t" r="r" b="b"/>
            <a:pathLst>
              <a:path w="2469515" h="0">
                <a:moveTo>
                  <a:pt x="0" y="0"/>
                </a:moveTo>
                <a:lnTo>
                  <a:pt x="2469515" y="0"/>
                </a:lnTo>
              </a:path>
            </a:pathLst>
          </a:custGeom>
          <a:ln w="5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" name="object 38"/>
          <p:cNvSpPr/>
          <p:nvPr/>
        </p:nvSpPr>
        <p:spPr>
          <a:xfrm>
            <a:off x="4600829" y="2559939"/>
            <a:ext cx="2215261" cy="0"/>
          </a:xfrm>
          <a:custGeom>
            <a:avLst/>
            <a:gdLst/>
            <a:ahLst/>
            <a:cxnLst/>
            <a:rect l="l" t="t" r="r" b="b"/>
            <a:pathLst>
              <a:path w="2215261" h="0">
                <a:moveTo>
                  <a:pt x="0" y="0"/>
                </a:moveTo>
                <a:lnTo>
                  <a:pt x="2215261" y="0"/>
                </a:lnTo>
              </a:path>
            </a:pathLst>
          </a:custGeom>
          <a:ln w="5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" name="object 39"/>
          <p:cNvSpPr/>
          <p:nvPr/>
        </p:nvSpPr>
        <p:spPr>
          <a:xfrm>
            <a:off x="957897" y="3989070"/>
            <a:ext cx="1165860" cy="0"/>
          </a:xfrm>
          <a:custGeom>
            <a:avLst/>
            <a:gdLst/>
            <a:ahLst/>
            <a:cxnLst/>
            <a:rect l="l" t="t" r="r" b="b"/>
            <a:pathLst>
              <a:path w="1165860" h="0">
                <a:moveTo>
                  <a:pt x="0" y="0"/>
                </a:moveTo>
                <a:lnTo>
                  <a:pt x="1165860" y="0"/>
                </a:lnTo>
              </a:path>
            </a:pathLst>
          </a:custGeom>
          <a:ln w="5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" name="object 40"/>
          <p:cNvSpPr/>
          <p:nvPr/>
        </p:nvSpPr>
        <p:spPr>
          <a:xfrm>
            <a:off x="2127631" y="3989070"/>
            <a:ext cx="2469515" cy="0"/>
          </a:xfrm>
          <a:custGeom>
            <a:avLst/>
            <a:gdLst/>
            <a:ahLst/>
            <a:cxnLst/>
            <a:rect l="l" t="t" r="r" b="b"/>
            <a:pathLst>
              <a:path w="2469515" h="0">
                <a:moveTo>
                  <a:pt x="0" y="0"/>
                </a:moveTo>
                <a:lnTo>
                  <a:pt x="2469515" y="0"/>
                </a:lnTo>
              </a:path>
            </a:pathLst>
          </a:custGeom>
          <a:ln w="5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" name="object 41"/>
          <p:cNvSpPr/>
          <p:nvPr/>
        </p:nvSpPr>
        <p:spPr>
          <a:xfrm>
            <a:off x="4600829" y="3989070"/>
            <a:ext cx="2215261" cy="0"/>
          </a:xfrm>
          <a:custGeom>
            <a:avLst/>
            <a:gdLst/>
            <a:ahLst/>
            <a:cxnLst/>
            <a:rect l="l" t="t" r="r" b="b"/>
            <a:pathLst>
              <a:path w="2215261" h="0">
                <a:moveTo>
                  <a:pt x="0" y="0"/>
                </a:moveTo>
                <a:lnTo>
                  <a:pt x="2215261" y="0"/>
                </a:lnTo>
              </a:path>
            </a:pathLst>
          </a:custGeom>
          <a:ln w="5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" name="object 42"/>
          <p:cNvSpPr/>
          <p:nvPr/>
        </p:nvSpPr>
        <p:spPr>
          <a:xfrm>
            <a:off x="957897" y="4852670"/>
            <a:ext cx="1165860" cy="0"/>
          </a:xfrm>
          <a:custGeom>
            <a:avLst/>
            <a:gdLst/>
            <a:ahLst/>
            <a:cxnLst/>
            <a:rect l="l" t="t" r="r" b="b"/>
            <a:pathLst>
              <a:path w="1165860" h="0">
                <a:moveTo>
                  <a:pt x="0" y="0"/>
                </a:moveTo>
                <a:lnTo>
                  <a:pt x="1165860" y="0"/>
                </a:lnTo>
              </a:path>
            </a:pathLst>
          </a:custGeom>
          <a:ln w="5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" name="object 43"/>
          <p:cNvSpPr/>
          <p:nvPr/>
        </p:nvSpPr>
        <p:spPr>
          <a:xfrm>
            <a:off x="2127631" y="4852670"/>
            <a:ext cx="2469515" cy="0"/>
          </a:xfrm>
          <a:custGeom>
            <a:avLst/>
            <a:gdLst/>
            <a:ahLst/>
            <a:cxnLst/>
            <a:rect l="l" t="t" r="r" b="b"/>
            <a:pathLst>
              <a:path w="2469515" h="0">
                <a:moveTo>
                  <a:pt x="0" y="0"/>
                </a:moveTo>
                <a:lnTo>
                  <a:pt x="2469515" y="0"/>
                </a:lnTo>
              </a:path>
            </a:pathLst>
          </a:custGeom>
          <a:ln w="5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" name="object 44"/>
          <p:cNvSpPr/>
          <p:nvPr/>
        </p:nvSpPr>
        <p:spPr>
          <a:xfrm>
            <a:off x="4600829" y="4852670"/>
            <a:ext cx="2215261" cy="0"/>
          </a:xfrm>
          <a:custGeom>
            <a:avLst/>
            <a:gdLst/>
            <a:ahLst/>
            <a:cxnLst/>
            <a:rect l="l" t="t" r="r" b="b"/>
            <a:pathLst>
              <a:path w="2215261" h="0">
                <a:moveTo>
                  <a:pt x="0" y="0"/>
                </a:moveTo>
                <a:lnTo>
                  <a:pt x="2215261" y="0"/>
                </a:lnTo>
              </a:path>
            </a:pathLst>
          </a:custGeom>
          <a:ln w="5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" name="object 45"/>
          <p:cNvSpPr/>
          <p:nvPr/>
        </p:nvSpPr>
        <p:spPr>
          <a:xfrm>
            <a:off x="957897" y="5433059"/>
            <a:ext cx="1165860" cy="0"/>
          </a:xfrm>
          <a:custGeom>
            <a:avLst/>
            <a:gdLst/>
            <a:ahLst/>
            <a:cxnLst/>
            <a:rect l="l" t="t" r="r" b="b"/>
            <a:pathLst>
              <a:path w="1165860" h="0">
                <a:moveTo>
                  <a:pt x="0" y="0"/>
                </a:moveTo>
                <a:lnTo>
                  <a:pt x="1165860" y="0"/>
                </a:lnTo>
              </a:path>
            </a:pathLst>
          </a:custGeom>
          <a:ln w="50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" name="object 46"/>
          <p:cNvSpPr/>
          <p:nvPr/>
        </p:nvSpPr>
        <p:spPr>
          <a:xfrm>
            <a:off x="2127631" y="5433059"/>
            <a:ext cx="2469515" cy="0"/>
          </a:xfrm>
          <a:custGeom>
            <a:avLst/>
            <a:gdLst/>
            <a:ahLst/>
            <a:cxnLst/>
            <a:rect l="l" t="t" r="r" b="b"/>
            <a:pathLst>
              <a:path w="2469515" h="0">
                <a:moveTo>
                  <a:pt x="0" y="0"/>
                </a:moveTo>
                <a:lnTo>
                  <a:pt x="2469515" y="0"/>
                </a:lnTo>
              </a:path>
            </a:pathLst>
          </a:custGeom>
          <a:ln w="50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" name="object 47"/>
          <p:cNvSpPr/>
          <p:nvPr/>
        </p:nvSpPr>
        <p:spPr>
          <a:xfrm>
            <a:off x="4600829" y="5433059"/>
            <a:ext cx="2215261" cy="0"/>
          </a:xfrm>
          <a:custGeom>
            <a:avLst/>
            <a:gdLst/>
            <a:ahLst/>
            <a:cxnLst/>
            <a:rect l="l" t="t" r="r" b="b"/>
            <a:pathLst>
              <a:path w="2215261" h="0">
                <a:moveTo>
                  <a:pt x="0" y="0"/>
                </a:moveTo>
                <a:lnTo>
                  <a:pt x="2215261" y="0"/>
                </a:lnTo>
              </a:path>
            </a:pathLst>
          </a:custGeom>
          <a:ln w="50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" name="object 48"/>
          <p:cNvSpPr/>
          <p:nvPr/>
        </p:nvSpPr>
        <p:spPr>
          <a:xfrm>
            <a:off x="955992" y="1239774"/>
            <a:ext cx="0" cy="4672710"/>
          </a:xfrm>
          <a:custGeom>
            <a:avLst/>
            <a:gdLst/>
            <a:ahLst/>
            <a:cxnLst/>
            <a:rect l="l" t="t" r="r" b="b"/>
            <a:pathLst>
              <a:path w="0" h="4672710">
                <a:moveTo>
                  <a:pt x="0" y="0"/>
                </a:moveTo>
                <a:lnTo>
                  <a:pt x="0" y="4672710"/>
                </a:lnTo>
              </a:path>
            </a:pathLst>
          </a:custGeom>
          <a:ln w="5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9" name="object 49"/>
          <p:cNvSpPr/>
          <p:nvPr/>
        </p:nvSpPr>
        <p:spPr>
          <a:xfrm>
            <a:off x="957897" y="5910579"/>
            <a:ext cx="1165860" cy="0"/>
          </a:xfrm>
          <a:custGeom>
            <a:avLst/>
            <a:gdLst/>
            <a:ahLst/>
            <a:cxnLst/>
            <a:rect l="l" t="t" r="r" b="b"/>
            <a:pathLst>
              <a:path w="1165860" h="0">
                <a:moveTo>
                  <a:pt x="0" y="0"/>
                </a:moveTo>
                <a:lnTo>
                  <a:pt x="1165860" y="0"/>
                </a:lnTo>
              </a:path>
            </a:pathLst>
          </a:custGeom>
          <a:ln w="50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" name="object 50"/>
          <p:cNvSpPr/>
          <p:nvPr/>
        </p:nvSpPr>
        <p:spPr>
          <a:xfrm>
            <a:off x="2125726" y="1239773"/>
            <a:ext cx="0" cy="4672710"/>
          </a:xfrm>
          <a:custGeom>
            <a:avLst/>
            <a:gdLst/>
            <a:ahLst/>
            <a:cxnLst/>
            <a:rect l="l" t="t" r="r" b="b"/>
            <a:pathLst>
              <a:path w="0" h="4672710">
                <a:moveTo>
                  <a:pt x="0" y="0"/>
                </a:moveTo>
                <a:lnTo>
                  <a:pt x="0" y="4672710"/>
                </a:lnTo>
              </a:path>
            </a:pathLst>
          </a:custGeom>
          <a:ln w="50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1" name="object 51"/>
          <p:cNvSpPr/>
          <p:nvPr/>
        </p:nvSpPr>
        <p:spPr>
          <a:xfrm>
            <a:off x="2127631" y="5910579"/>
            <a:ext cx="2469515" cy="0"/>
          </a:xfrm>
          <a:custGeom>
            <a:avLst/>
            <a:gdLst/>
            <a:ahLst/>
            <a:cxnLst/>
            <a:rect l="l" t="t" r="r" b="b"/>
            <a:pathLst>
              <a:path w="2469515" h="0">
                <a:moveTo>
                  <a:pt x="0" y="0"/>
                </a:moveTo>
                <a:lnTo>
                  <a:pt x="2469515" y="0"/>
                </a:lnTo>
              </a:path>
            </a:pathLst>
          </a:custGeom>
          <a:ln w="50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2" name="object 52"/>
          <p:cNvSpPr/>
          <p:nvPr/>
        </p:nvSpPr>
        <p:spPr>
          <a:xfrm>
            <a:off x="4599050" y="1239774"/>
            <a:ext cx="0" cy="4672710"/>
          </a:xfrm>
          <a:custGeom>
            <a:avLst/>
            <a:gdLst/>
            <a:ahLst/>
            <a:cxnLst/>
            <a:rect l="l" t="t" r="r" b="b"/>
            <a:pathLst>
              <a:path w="0" h="4672710">
                <a:moveTo>
                  <a:pt x="0" y="0"/>
                </a:moveTo>
                <a:lnTo>
                  <a:pt x="0" y="4672710"/>
                </a:lnTo>
              </a:path>
            </a:pathLst>
          </a:custGeom>
          <a:ln w="5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3" name="object 53"/>
          <p:cNvSpPr/>
          <p:nvPr/>
        </p:nvSpPr>
        <p:spPr>
          <a:xfrm>
            <a:off x="4600829" y="5910579"/>
            <a:ext cx="2215261" cy="0"/>
          </a:xfrm>
          <a:custGeom>
            <a:avLst/>
            <a:gdLst/>
            <a:ahLst/>
            <a:cxnLst/>
            <a:rect l="l" t="t" r="r" b="b"/>
            <a:pathLst>
              <a:path w="2215261" h="0">
                <a:moveTo>
                  <a:pt x="0" y="0"/>
                </a:moveTo>
                <a:lnTo>
                  <a:pt x="2215261" y="0"/>
                </a:lnTo>
              </a:path>
            </a:pathLst>
          </a:custGeom>
          <a:ln w="508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4" name="object 54"/>
          <p:cNvSpPr/>
          <p:nvPr/>
        </p:nvSpPr>
        <p:spPr>
          <a:xfrm>
            <a:off x="6817994" y="1239774"/>
            <a:ext cx="0" cy="4672710"/>
          </a:xfrm>
          <a:custGeom>
            <a:avLst/>
            <a:gdLst/>
            <a:ahLst/>
            <a:cxnLst/>
            <a:rect l="l" t="t" r="r" b="b"/>
            <a:pathLst>
              <a:path w="0" h="4672710">
                <a:moveTo>
                  <a:pt x="0" y="0"/>
                </a:moveTo>
                <a:lnTo>
                  <a:pt x="0" y="4672710"/>
                </a:lnTo>
              </a:path>
            </a:pathLst>
          </a:custGeom>
          <a:ln w="507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5615432" y="437490"/>
            <a:ext cx="1261333" cy="508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985"/>
              </a:lnSpc>
              <a:spcBef>
                <a:spcPts val="199"/>
              </a:spcBef>
            </a:pPr>
            <a:r>
              <a:rPr dirty="0" smtClean="0" sz="3800" b="1" i="1">
                <a:latin typeface="Arial"/>
                <a:cs typeface="Arial"/>
              </a:rPr>
              <a:t>ctJn</a:t>
            </a:r>
            <a:r>
              <a:rPr dirty="0" smtClean="0" sz="3800" spc="-869" b="1" i="1">
                <a:latin typeface="Arial"/>
                <a:cs typeface="Arial"/>
              </a:rPr>
              <a:t>u</a:t>
            </a:r>
            <a:r>
              <a:rPr dirty="0" smtClean="0" sz="3800" spc="0" b="1" i="1">
                <a:solidFill>
                  <a:srgbClr val="66A0C3"/>
                </a:solidFill>
                <a:latin typeface="Arial"/>
                <a:cs typeface="Arial"/>
              </a:rPr>
              <a:t>e</a:t>
            </a:r>
            <a:endParaRPr sz="3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049905" y="588449"/>
            <a:ext cx="1673225" cy="5089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530"/>
              </a:lnSpc>
              <a:spcBef>
                <a:spcPts val="76"/>
              </a:spcBef>
            </a:pPr>
            <a:r>
              <a:rPr dirty="0" smtClean="0" sz="1400" spc="0" b="1">
                <a:latin typeface="Times New Roman"/>
                <a:cs typeface="Times New Roman"/>
              </a:rPr>
              <a:t>CHR</a:t>
            </a:r>
            <a:r>
              <a:rPr dirty="0" smtClean="0" sz="1400" spc="-4" b="1">
                <a:latin typeface="Times New Roman"/>
                <a:cs typeface="Times New Roman"/>
              </a:rPr>
              <a:t>I</a:t>
            </a:r>
            <a:r>
              <a:rPr dirty="0" smtClean="0" sz="1400" spc="0" b="1">
                <a:latin typeface="Times New Roman"/>
                <a:cs typeface="Times New Roman"/>
              </a:rPr>
              <a:t>STA</a:t>
            </a:r>
            <a:r>
              <a:rPr dirty="0" smtClean="0" sz="1400" spc="-4" b="1">
                <a:latin typeface="Times New Roman"/>
                <a:cs typeface="Times New Roman"/>
              </a:rPr>
              <a:t>M</a:t>
            </a:r>
            <a:r>
              <a:rPr dirty="0" smtClean="0" sz="1400" spc="0" b="1">
                <a:latin typeface="Times New Roman"/>
                <a:cs typeface="Times New Roman"/>
              </a:rPr>
              <a:t>UN</a:t>
            </a:r>
            <a:r>
              <a:rPr dirty="0" smtClean="0" sz="1400" spc="9" b="1">
                <a:latin typeface="Times New Roman"/>
                <a:cs typeface="Times New Roman"/>
              </a:rPr>
              <a:t> </a:t>
            </a:r>
            <a:r>
              <a:rPr dirty="0" smtClean="0" sz="1400" spc="0" b="1">
                <a:latin typeface="Times New Roman"/>
                <a:cs typeface="Times New Roman"/>
              </a:rPr>
              <a:t>2026</a:t>
            </a:r>
            <a:endParaRPr sz="1400">
              <a:latin typeface="Times New Roman"/>
              <a:cs typeface="Times New Roman"/>
            </a:endParaRPr>
          </a:p>
          <a:p>
            <a:pPr marL="92686" marR="107025" algn="ctr">
              <a:lnSpc>
                <a:spcPct val="101725"/>
              </a:lnSpc>
              <a:spcBef>
                <a:spcPts val="858"/>
              </a:spcBef>
            </a:pP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T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r</a:t>
            </a:r>
            <a:r>
              <a:rPr dirty="0" smtClean="0" sz="1200" spc="4">
                <a:solidFill>
                  <a:srgbClr val="313D4F"/>
                </a:solidFill>
                <a:latin typeface="Calibri"/>
                <a:cs typeface="Calibri"/>
              </a:rPr>
              <a:t>i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nid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a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d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-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B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eni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-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B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o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li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v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ia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83428" y="885674"/>
            <a:ext cx="1249693" cy="1020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dirty="0" smtClean="0" sz="600" i="1">
                <a:solidFill>
                  <a:srgbClr val="66A0C3"/>
                </a:solidFill>
                <a:latin typeface="Arial"/>
                <a:cs typeface="Arial"/>
              </a:rPr>
              <a:t>C</a:t>
            </a:r>
            <a:r>
              <a:rPr dirty="0" smtClean="0" sz="600" i="1">
                <a:solidFill>
                  <a:srgbClr val="7CACCD"/>
                </a:solidFill>
                <a:latin typeface="Arial"/>
                <a:cs typeface="Arial"/>
              </a:rPr>
              <a:t>enlr</a:t>
            </a:r>
            <a:r>
              <a:rPr dirty="0" smtClean="0" sz="600" spc="14" i="1">
                <a:solidFill>
                  <a:srgbClr val="66A0C3"/>
                </a:solidFill>
                <a:latin typeface="Arial"/>
                <a:cs typeface="Arial"/>
              </a:rPr>
              <a:t>o</a:t>
            </a:r>
            <a:r>
              <a:rPr dirty="0" smtClean="0" sz="600" spc="0" i="1">
                <a:solidFill>
                  <a:srgbClr val="66A0C3"/>
                </a:solidFill>
                <a:latin typeface="Times New Roman"/>
                <a:cs typeface="Times New Roman"/>
              </a:rPr>
              <a:t>de</a:t>
            </a:r>
            <a:r>
              <a:rPr dirty="0" smtClean="0" sz="600" spc="-84" i="1">
                <a:solidFill>
                  <a:srgbClr val="66A0C3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Inform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ció</a:t>
            </a:r>
            <a:r>
              <a:rPr dirty="0" smtClean="0" sz="600" spc="-18" i="1">
                <a:solidFill>
                  <a:srgbClr val="7CACCD"/>
                </a:solidFill>
                <a:latin typeface="Arial"/>
                <a:cs typeface="Arial"/>
              </a:rPr>
              <a:t>n</a:t>
            </a:r>
            <a:r>
              <a:rPr dirty="0" smtClean="0" sz="600" spc="0" i="1">
                <a:solidFill>
                  <a:srgbClr val="66A0C3"/>
                </a:solidFill>
                <a:latin typeface="Times New Roman"/>
                <a:cs typeface="Times New Roman"/>
              </a:rPr>
              <a:t>de</a:t>
            </a:r>
            <a:r>
              <a:rPr dirty="0" smtClean="0" sz="600" spc="7" i="1">
                <a:solidFill>
                  <a:srgbClr val="66A0C3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N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cione</a:t>
            </a:r>
            <a:r>
              <a:rPr dirty="0" smtClean="0" sz="600" spc="25" i="1">
                <a:solidFill>
                  <a:srgbClr val="7CACCD"/>
                </a:solidFill>
                <a:latin typeface="Arial"/>
                <a:cs typeface="Arial"/>
              </a:rPr>
              <a:t>s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Un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ida</a:t>
            </a:r>
            <a:r>
              <a:rPr dirty="0" smtClean="0" sz="600" spc="-29" i="1">
                <a:solidFill>
                  <a:srgbClr val="7CACCD"/>
                </a:solidFill>
                <a:latin typeface="Arial"/>
                <a:cs typeface="Arial"/>
              </a:rPr>
              <a:t>s</a:t>
            </a:r>
            <a:r>
              <a:rPr dirty="0" smtClean="0" sz="600" spc="0" i="1">
                <a:solidFill>
                  <a:srgbClr val="2F85BA"/>
                </a:solidFill>
                <a:latin typeface="Arial"/>
                <a:cs typeface="Arial"/>
              </a:rPr>
              <a:t>B</a:t>
            </a:r>
            <a:r>
              <a:rPr dirty="0" smtClean="0" sz="600" spc="0" i="1">
                <a:solidFill>
                  <a:srgbClr val="508CB3"/>
                </a:solidFill>
                <a:latin typeface="Arial"/>
                <a:cs typeface="Arial"/>
              </a:rPr>
              <a:t>o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li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vi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88047" y="6251116"/>
            <a:ext cx="5964260" cy="14922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13586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Aquel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gado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inc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g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stas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norm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vesti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será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re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dor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endParaRPr sz="1200">
              <a:latin typeface="Times New Roman"/>
              <a:cs typeface="Times New Roman"/>
            </a:endParaRPr>
          </a:p>
          <a:p>
            <a:pPr marL="19050">
              <a:lnSpc>
                <a:spcPts val="1379"/>
              </a:lnSpc>
              <a:spcBef>
                <a:spcPts val="624"/>
              </a:spcBef>
            </a:pP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onest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4">
                <a:latin typeface="Times New Roman"/>
                <a:cs typeface="Times New Roman"/>
              </a:rPr>
              <a:t>b</a:t>
            </a:r>
            <a:r>
              <a:rPr dirty="0" smtClean="0" sz="1200" spc="0">
                <a:latin typeface="Times New Roman"/>
                <a:cs typeface="Times New Roman"/>
              </a:rPr>
              <a:t>erá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asesor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ab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sesión.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aso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9050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secr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rios,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gad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ob</a:t>
            </a:r>
            <a:r>
              <a:rPr dirty="0" smtClean="0" sz="1200" spc="4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erv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dores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bajador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inv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rarse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ro.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aso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9050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esa,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v</a:t>
            </a:r>
            <a:r>
              <a:rPr dirty="0" smtClean="0" sz="1200" spc="0">
                <a:latin typeface="Times New Roman"/>
                <a:cs typeface="Times New Roman"/>
              </a:rPr>
              <a:t>ada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ob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is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n,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af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ando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if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final;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9050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ad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ás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v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ará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rarse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foro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b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vesti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ti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po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será</a:t>
            </a:r>
            <a:endParaRPr sz="1200">
              <a:latin typeface="Times New Roman"/>
              <a:cs typeface="Times New Roman"/>
            </a:endParaRPr>
          </a:p>
          <a:p>
            <a:pPr marL="19050" marR="13586">
              <a:lnSpc>
                <a:spcPct val="95825"/>
              </a:lnSpc>
              <a:spcBef>
                <a:spcPts val="714"/>
              </a:spcBef>
            </a:pPr>
            <a:r>
              <a:rPr dirty="0" smtClean="0" sz="1200" spc="0">
                <a:latin typeface="Times New Roman"/>
                <a:cs typeface="Times New Roman"/>
              </a:rPr>
              <a:t>est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b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Sec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ado.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16647" y="7929324"/>
            <a:ext cx="5331677" cy="44015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30"/>
              </a:lnSpc>
              <a:spcBef>
                <a:spcPts val="66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r>
              <a:rPr dirty="0" smtClean="0" sz="1200" spc="0">
                <a:latin typeface="Arial"/>
                <a:cs typeface="Arial"/>
              </a:rPr>
              <a:t>   </a:t>
            </a:r>
            <a:r>
              <a:rPr dirty="0" smtClean="0" sz="1200" spc="49">
                <a:latin typeface="Arial"/>
                <a:cs typeface="Arial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Nota:</a:t>
            </a:r>
            <a:r>
              <a:rPr dirty="0" smtClean="0" sz="1200" spc="4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b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ves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sesi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después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ber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b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endParaRPr sz="1200">
              <a:latin typeface="Times New Roman"/>
              <a:cs typeface="Times New Roman"/>
            </a:endParaRPr>
          </a:p>
          <a:p>
            <a:pPr marL="241236" marR="22988">
              <a:lnSpc>
                <a:spcPct val="95825"/>
              </a:lnSpc>
              <a:spcBef>
                <a:spcPts val="612"/>
              </a:spcBef>
            </a:pP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onest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ésta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odrá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ra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a.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63600" y="1224915"/>
            <a:ext cx="92392" cy="13350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5" name="object 25"/>
          <p:cNvSpPr txBox="1"/>
          <p:nvPr/>
        </p:nvSpPr>
        <p:spPr>
          <a:xfrm>
            <a:off x="955992" y="1224915"/>
            <a:ext cx="1169733" cy="13350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359981">
              <a:lnSpc>
                <a:spcPct val="95825"/>
              </a:lnSpc>
              <a:spcBef>
                <a:spcPts val="3454"/>
              </a:spcBef>
            </a:pPr>
            <a:r>
              <a:rPr dirty="0" smtClean="0" sz="1000" spc="-109">
                <a:latin typeface="Times New Roman"/>
                <a:cs typeface="Times New Roman"/>
              </a:rPr>
              <a:t>V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stidos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25726" y="1224915"/>
            <a:ext cx="2473324" cy="13350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  <a:spcBef>
                <a:spcPts val="4"/>
              </a:spcBef>
            </a:pPr>
            <a:endParaRPr sz="1000"/>
          </a:p>
          <a:p>
            <a:pPr marL="250032" marR="269209" algn="ctr">
              <a:lnSpc>
                <a:spcPts val="1149"/>
              </a:lnSpc>
            </a:pPr>
            <a:r>
              <a:rPr dirty="0" smtClean="0" sz="1000" spc="0">
                <a:latin typeface="Times New Roman"/>
                <a:cs typeface="Times New Roman"/>
              </a:rPr>
              <a:t>D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b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n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s</a:t>
            </a:r>
            <a:r>
              <a:rPr dirty="0" smtClean="0" sz="1000" spc="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r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-4">
                <a:latin typeface="Times New Roman"/>
                <a:cs typeface="Times New Roman"/>
              </a:rPr>
              <a:t>f</a:t>
            </a:r>
            <a:r>
              <a:rPr dirty="0" smtClean="0" sz="1000" spc="0">
                <a:latin typeface="Times New Roman"/>
                <a:cs typeface="Times New Roman"/>
              </a:rPr>
              <a:t>orm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9">
                <a:latin typeface="Times New Roman"/>
                <a:cs typeface="Times New Roman"/>
              </a:rPr>
              <a:t>l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s,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vi</a:t>
            </a:r>
            <a:r>
              <a:rPr dirty="0" smtClean="0" sz="1000" spc="4">
                <a:latin typeface="Times New Roman"/>
                <a:cs typeface="Times New Roman"/>
              </a:rPr>
              <a:t>t</a:t>
            </a:r>
            <a:r>
              <a:rPr dirty="0" smtClean="0" sz="1000" spc="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r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los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dis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ños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endParaRPr sz="1000">
              <a:latin typeface="Times New Roman"/>
              <a:cs typeface="Times New Roman"/>
            </a:endParaRPr>
          </a:p>
          <a:p>
            <a:pPr marL="250032" marR="269209" algn="ctr">
              <a:lnSpc>
                <a:spcPts val="1149"/>
              </a:lnSpc>
              <a:spcBef>
                <a:spcPts val="579"/>
              </a:spcBef>
            </a:pP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9">
                <a:latin typeface="Times New Roman"/>
                <a:cs typeface="Times New Roman"/>
              </a:rPr>
              <a:t>x</a:t>
            </a:r>
            <a:r>
              <a:rPr dirty="0" smtClean="0" sz="1000" spc="0">
                <a:latin typeface="Times New Roman"/>
                <a:cs typeface="Times New Roman"/>
              </a:rPr>
              <a:t>tr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v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g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ntes</a:t>
            </a:r>
            <a:r>
              <a:rPr dirty="0" smtClean="0" sz="1000" spc="19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y</a:t>
            </a:r>
            <a:r>
              <a:rPr dirty="0" smtClean="0" sz="1000" spc="-19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sin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m</a:t>
            </a:r>
            <a:r>
              <a:rPr dirty="0" smtClean="0" sz="1000" spc="4">
                <a:latin typeface="Times New Roman"/>
                <a:cs typeface="Times New Roman"/>
              </a:rPr>
              <a:t>a</a:t>
            </a:r>
            <a:r>
              <a:rPr dirty="0" smtClean="0" sz="1000" spc="-9">
                <a:latin typeface="Times New Roman"/>
                <a:cs typeface="Times New Roman"/>
              </a:rPr>
              <a:t>g</a:t>
            </a:r>
            <a:r>
              <a:rPr dirty="0" smtClean="0" sz="1000" spc="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s.</a:t>
            </a:r>
            <a:endParaRPr sz="1000">
              <a:latin typeface="Times New Roman"/>
              <a:cs typeface="Times New Roman"/>
            </a:endParaRPr>
          </a:p>
          <a:p>
            <a:pPr marL="87472" marR="107157" indent="-507" algn="ctr">
              <a:lnSpc>
                <a:spcPts val="1149"/>
              </a:lnSpc>
              <a:spcBef>
                <a:spcPts val="589"/>
              </a:spcBef>
            </a:pPr>
            <a:r>
              <a:rPr dirty="0" smtClean="0" sz="1000" spc="4">
                <a:latin typeface="Times New Roman"/>
                <a:cs typeface="Times New Roman"/>
              </a:rPr>
              <a:t>P</a:t>
            </a:r>
            <a:r>
              <a:rPr dirty="0" smtClean="0" sz="1000" spc="0">
                <a:latin typeface="Times New Roman"/>
                <a:cs typeface="Times New Roman"/>
              </a:rPr>
              <a:t>u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d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n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s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r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a</a:t>
            </a:r>
            <a:r>
              <a:rPr dirty="0" smtClean="0" sz="1000" spc="-4">
                <a:latin typeface="Times New Roman"/>
                <a:cs typeface="Times New Roman"/>
              </a:rPr>
              <a:t>c</a:t>
            </a:r>
            <a:r>
              <a:rPr dirty="0" smtClean="0" sz="1000" spc="0">
                <a:latin typeface="Times New Roman"/>
                <a:cs typeface="Times New Roman"/>
              </a:rPr>
              <a:t>ompañ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dos</a:t>
            </a:r>
            <a:r>
              <a:rPr dirty="0" smtClean="0" sz="1000" spc="9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por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-4">
                <a:latin typeface="Times New Roman"/>
                <a:cs typeface="Times New Roman"/>
              </a:rPr>
              <a:t>u</a:t>
            </a:r>
            <a:r>
              <a:rPr dirty="0" smtClean="0" sz="1000" spc="0">
                <a:latin typeface="Times New Roman"/>
                <a:cs typeface="Times New Roman"/>
              </a:rPr>
              <a:t>n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br</a:t>
            </a:r>
            <a:r>
              <a:rPr dirty="0" smtClean="0" sz="1000" spc="9">
                <a:latin typeface="Times New Roman"/>
                <a:cs typeface="Times New Roman"/>
              </a:rPr>
              <a:t>i</a:t>
            </a:r>
            <a:r>
              <a:rPr dirty="0" smtClean="0" sz="1000" spc="-9">
                <a:latin typeface="Times New Roman"/>
                <a:cs typeface="Times New Roman"/>
              </a:rPr>
              <a:t>g</a:t>
            </a:r>
            <a:r>
              <a:rPr dirty="0" smtClean="0" sz="1000" spc="0">
                <a:latin typeface="Times New Roman"/>
                <a:cs typeface="Times New Roman"/>
              </a:rPr>
              <a:t>o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o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endParaRPr sz="1000">
              <a:latin typeface="Times New Roman"/>
              <a:cs typeface="Times New Roman"/>
            </a:endParaRPr>
          </a:p>
          <a:p>
            <a:pPr marL="87472" marR="107157" algn="ctr">
              <a:lnSpc>
                <a:spcPts val="1149"/>
              </a:lnSpc>
              <a:spcBef>
                <a:spcPts val="579"/>
              </a:spcBef>
            </a:pPr>
            <a:r>
              <a:rPr dirty="0" smtClean="0" sz="1000" spc="0">
                <a:latin typeface="Times New Roman"/>
                <a:cs typeface="Times New Roman"/>
              </a:rPr>
              <a:t>bla</a:t>
            </a:r>
            <a:r>
              <a:rPr dirty="0" smtClean="0" sz="1000" spc="4">
                <a:latin typeface="Times New Roman"/>
                <a:cs typeface="Times New Roman"/>
              </a:rPr>
              <a:t>z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-64">
                <a:latin typeface="Times New Roman"/>
                <a:cs typeface="Times New Roman"/>
              </a:rPr>
              <a:t>r</a:t>
            </a:r>
            <a:r>
              <a:rPr dirty="0" smtClean="0" sz="1000" spc="0">
                <a:latin typeface="Times New Roman"/>
                <a:cs typeface="Times New Roman"/>
              </a:rPr>
              <a:t>.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El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l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-14">
                <a:latin typeface="Times New Roman"/>
                <a:cs typeface="Times New Roman"/>
              </a:rPr>
              <a:t>r</a:t>
            </a:r>
            <a:r>
              <a:rPr dirty="0" smtClean="0" sz="1000" spc="-9">
                <a:latin typeface="Times New Roman"/>
                <a:cs typeface="Times New Roman"/>
              </a:rPr>
              <a:t>g</a:t>
            </a:r>
            <a:r>
              <a:rPr dirty="0" smtClean="0" sz="1000" spc="0">
                <a:latin typeface="Times New Roman"/>
                <a:cs typeface="Times New Roman"/>
              </a:rPr>
              <a:t>o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9">
                <a:latin typeface="Times New Roman"/>
                <a:cs typeface="Times New Roman"/>
              </a:rPr>
              <a:t>d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be</a:t>
            </a:r>
            <a:r>
              <a:rPr dirty="0" smtClean="0" sz="1000" spc="-4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s</a:t>
            </a:r>
            <a:r>
              <a:rPr dirty="0" smtClean="0" sz="1000" spc="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r</a:t>
            </a:r>
            <a:r>
              <a:rPr dirty="0" smtClean="0" sz="1000" spc="4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dis</a:t>
            </a:r>
            <a:r>
              <a:rPr dirty="0" smtClean="0" sz="1000" spc="-4">
                <a:latin typeface="Times New Roman"/>
                <a:cs typeface="Times New Roman"/>
              </a:rPr>
              <a:t>c</a:t>
            </a:r>
            <a:r>
              <a:rPr dirty="0" smtClean="0" sz="1000" spc="0">
                <a:latin typeface="Times New Roman"/>
                <a:cs typeface="Times New Roman"/>
              </a:rPr>
              <a:t>r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to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no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4">
                <a:latin typeface="Times New Roman"/>
                <a:cs typeface="Times New Roman"/>
              </a:rPr>
              <a:t>m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nor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a</a:t>
            </a:r>
            <a:endParaRPr sz="1000">
              <a:latin typeface="Times New Roman"/>
              <a:cs typeface="Times New Roman"/>
            </a:endParaRPr>
          </a:p>
          <a:p>
            <a:pPr marL="760984" marR="780287" algn="ctr">
              <a:lnSpc>
                <a:spcPct val="95825"/>
              </a:lnSpc>
              <a:spcBef>
                <a:spcPts val="589"/>
              </a:spcBef>
            </a:pPr>
            <a:r>
              <a:rPr dirty="0" smtClean="0" sz="1000" spc="0">
                <a:latin typeface="Times New Roman"/>
                <a:cs typeface="Times New Roman"/>
              </a:rPr>
              <a:t>4</a:t>
            </a:r>
            <a:r>
              <a:rPr dirty="0" smtClean="0" sz="1000" spc="-4">
                <a:latin typeface="Times New Roman"/>
                <a:cs typeface="Times New Roman"/>
              </a:rPr>
              <a:t>c</a:t>
            </a:r>
            <a:r>
              <a:rPr dirty="0" smtClean="0" sz="1000" spc="0">
                <a:latin typeface="Times New Roman"/>
                <a:cs typeface="Times New Roman"/>
              </a:rPr>
              <a:t>m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de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la</a:t>
            </a:r>
            <a:r>
              <a:rPr dirty="0" smtClean="0" sz="1000" spc="-4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rodill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99050" y="1224915"/>
            <a:ext cx="2218944" cy="13350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737870" marR="760856" algn="ctr">
              <a:lnSpc>
                <a:spcPct val="95825"/>
              </a:lnSpc>
              <a:spcBef>
                <a:spcPts val="3454"/>
              </a:spcBef>
            </a:pPr>
            <a:r>
              <a:rPr dirty="0" smtClean="0" sz="1000" spc="0">
                <a:latin typeface="Times New Roman"/>
                <a:cs typeface="Times New Roman"/>
              </a:rPr>
              <a:t>No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pl</a:t>
            </a:r>
            <a:r>
              <a:rPr dirty="0" smtClean="0" sz="1000" spc="4">
                <a:latin typeface="Times New Roman"/>
                <a:cs typeface="Times New Roman"/>
              </a:rPr>
              <a:t>i</a:t>
            </a:r>
            <a:r>
              <a:rPr dirty="0" smtClean="0" sz="1000" spc="-4">
                <a:latin typeface="Times New Roman"/>
                <a:cs typeface="Times New Roman"/>
              </a:rPr>
              <a:t>c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ble.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817994" y="1224915"/>
            <a:ext cx="53975" cy="13350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1" name="object 21"/>
          <p:cNvSpPr txBox="1"/>
          <p:nvPr/>
        </p:nvSpPr>
        <p:spPr>
          <a:xfrm>
            <a:off x="863600" y="2559938"/>
            <a:ext cx="92392" cy="14291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0" name="object 20"/>
          <p:cNvSpPr txBox="1"/>
          <p:nvPr/>
        </p:nvSpPr>
        <p:spPr>
          <a:xfrm>
            <a:off x="955992" y="2559938"/>
            <a:ext cx="1169733" cy="14291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750"/>
              </a:lnSpc>
              <a:spcBef>
                <a:spcPts val="12"/>
              </a:spcBef>
            </a:pPr>
            <a:endParaRPr sz="750"/>
          </a:p>
          <a:p>
            <a:pPr marL="117475">
              <a:lnSpc>
                <a:spcPct val="95825"/>
              </a:lnSpc>
              <a:spcBef>
                <a:spcPts val="4000"/>
              </a:spcBef>
            </a:pPr>
            <a:r>
              <a:rPr dirty="0" smtClean="0" sz="1000" spc="-4">
                <a:latin typeface="Times New Roman"/>
                <a:cs typeface="Times New Roman"/>
              </a:rPr>
              <a:t>F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ldas/</a:t>
            </a:r>
            <a:r>
              <a:rPr dirty="0" smtClean="0" sz="1000" spc="4">
                <a:latin typeface="Times New Roman"/>
                <a:cs typeface="Times New Roman"/>
              </a:rPr>
              <a:t>P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ntalon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25726" y="2559938"/>
            <a:ext cx="2473324" cy="14291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8925" marR="48229" indent="0" algn="ctr">
              <a:lnSpc>
                <a:spcPts val="1149"/>
              </a:lnSpc>
              <a:spcBef>
                <a:spcPts val="440"/>
              </a:spcBef>
            </a:pPr>
            <a:r>
              <a:rPr dirty="0" smtClean="0" sz="1000" spc="0">
                <a:latin typeface="Times New Roman"/>
                <a:cs typeface="Times New Roman"/>
              </a:rPr>
              <a:t>Es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r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-4">
                <a:latin typeface="Times New Roman"/>
                <a:cs typeface="Times New Roman"/>
              </a:rPr>
              <a:t>c</a:t>
            </a:r>
            <a:r>
              <a:rPr dirty="0" smtClean="0" sz="1000" spc="0">
                <a:latin typeface="Times New Roman"/>
                <a:cs typeface="Times New Roman"/>
              </a:rPr>
              <a:t>omen</a:t>
            </a:r>
            <a:r>
              <a:rPr dirty="0" smtClean="0" sz="1000" spc="4">
                <a:latin typeface="Times New Roman"/>
                <a:cs typeface="Times New Roman"/>
              </a:rPr>
              <a:t>d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ble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uti</a:t>
            </a:r>
            <a:r>
              <a:rPr dirty="0" smtClean="0" sz="1000" spc="4">
                <a:latin typeface="Times New Roman"/>
                <a:cs typeface="Times New Roman"/>
              </a:rPr>
              <a:t>l</a:t>
            </a:r>
            <a:r>
              <a:rPr dirty="0" smtClean="0" sz="1000" spc="0">
                <a:latin typeface="Times New Roman"/>
                <a:cs typeface="Times New Roman"/>
              </a:rPr>
              <a:t>i</a:t>
            </a:r>
            <a:r>
              <a:rPr dirty="0" smtClean="0" sz="1000" spc="4">
                <a:latin typeface="Times New Roman"/>
                <a:cs typeface="Times New Roman"/>
              </a:rPr>
              <a:t>z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r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p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ntalón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de</a:t>
            </a:r>
            <a:r>
              <a:rPr dirty="0" smtClean="0" sz="1000" spc="-4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tel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.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9">
                <a:latin typeface="Times New Roman"/>
                <a:cs typeface="Times New Roman"/>
              </a:rPr>
              <a:t> </a:t>
            </a:r>
            <a:r>
              <a:rPr dirty="0" smtClean="0" sz="1000" spc="-9">
                <a:latin typeface="Times New Roman"/>
                <a:cs typeface="Times New Roman"/>
              </a:rPr>
              <a:t>L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s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endParaRPr sz="1000">
              <a:latin typeface="Times New Roman"/>
              <a:cs typeface="Times New Roman"/>
            </a:endParaRPr>
          </a:p>
          <a:p>
            <a:pPr marL="28925" marR="48229" algn="ctr">
              <a:lnSpc>
                <a:spcPts val="1149"/>
              </a:lnSpc>
              <a:spcBef>
                <a:spcPts val="579"/>
              </a:spcBef>
            </a:pPr>
            <a:r>
              <a:rPr dirty="0" smtClean="0" sz="1000" spc="0">
                <a:latin typeface="Times New Roman"/>
                <a:cs typeface="Times New Roman"/>
              </a:rPr>
              <a:t>f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ldas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que</a:t>
            </a:r>
            <a:r>
              <a:rPr dirty="0" smtClean="0" sz="1000" spc="-4">
                <a:latin typeface="Times New Roman"/>
                <a:cs typeface="Times New Roman"/>
              </a:rPr>
              <a:t> </a:t>
            </a:r>
            <a:r>
              <a:rPr dirty="0" smtClean="0" sz="1000" spc="9">
                <a:latin typeface="Times New Roman"/>
                <a:cs typeface="Times New Roman"/>
              </a:rPr>
              <a:t>d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b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n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us</a:t>
            </a:r>
            <a:r>
              <a:rPr dirty="0" smtClean="0" sz="1000" spc="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rse</a:t>
            </a:r>
            <a:r>
              <a:rPr dirty="0" smtClean="0" sz="1000" spc="-4">
                <a:latin typeface="Times New Roman"/>
                <a:cs typeface="Times New Roman"/>
              </a:rPr>
              <a:t> </a:t>
            </a:r>
            <a:r>
              <a:rPr dirty="0" smtClean="0" sz="1000" spc="9">
                <a:latin typeface="Times New Roman"/>
                <a:cs typeface="Times New Roman"/>
              </a:rPr>
              <a:t>n</a:t>
            </a:r>
            <a:r>
              <a:rPr dirty="0" smtClean="0" sz="1000" spc="0">
                <a:latin typeface="Times New Roman"/>
                <a:cs typeface="Times New Roman"/>
              </a:rPr>
              <a:t>o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d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b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n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9">
                <a:latin typeface="Times New Roman"/>
                <a:cs typeface="Times New Roman"/>
              </a:rPr>
              <a:t>x</a:t>
            </a:r>
            <a:r>
              <a:rPr dirty="0" smtClean="0" sz="1000" spc="-4">
                <a:latin typeface="Times New Roman"/>
                <a:cs typeface="Times New Roman"/>
              </a:rPr>
              <a:t>c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d</a:t>
            </a:r>
            <a:r>
              <a:rPr dirty="0" smtClean="0" sz="1000" spc="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r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los</a:t>
            </a:r>
            <a:endParaRPr sz="1000">
              <a:latin typeface="Times New Roman"/>
              <a:cs typeface="Times New Roman"/>
            </a:endParaRPr>
          </a:p>
          <a:p>
            <a:pPr marL="21432" marR="40228" indent="-1143" algn="ctr">
              <a:lnSpc>
                <a:spcPts val="1149"/>
              </a:lnSpc>
              <a:spcBef>
                <a:spcPts val="589"/>
              </a:spcBef>
            </a:pPr>
            <a:r>
              <a:rPr dirty="0" smtClean="0" sz="1000" spc="0">
                <a:latin typeface="Times New Roman"/>
                <a:cs typeface="Times New Roman"/>
              </a:rPr>
              <a:t>4</a:t>
            </a:r>
            <a:r>
              <a:rPr dirty="0" smtClean="0" sz="1000" spc="-4">
                <a:latin typeface="Times New Roman"/>
                <a:cs typeface="Times New Roman"/>
              </a:rPr>
              <a:t>c</a:t>
            </a:r>
            <a:r>
              <a:rPr dirty="0" smtClean="0" sz="1000" spc="0">
                <a:latin typeface="Times New Roman"/>
                <a:cs typeface="Times New Roman"/>
              </a:rPr>
              <a:t>m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por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n</a:t>
            </a:r>
            <a:r>
              <a:rPr dirty="0" smtClean="0" sz="1000" spc="-4">
                <a:latin typeface="Times New Roman"/>
                <a:cs typeface="Times New Roman"/>
              </a:rPr>
              <a:t>c</a:t>
            </a:r>
            <a:r>
              <a:rPr dirty="0" smtClean="0" sz="1000" spc="0">
                <a:latin typeface="Times New Roman"/>
                <a:cs typeface="Times New Roman"/>
              </a:rPr>
              <a:t>i</a:t>
            </a:r>
            <a:r>
              <a:rPr dirty="0" smtClean="0" sz="1000" spc="4">
                <a:latin typeface="Times New Roman"/>
                <a:cs typeface="Times New Roman"/>
              </a:rPr>
              <a:t>m</a:t>
            </a:r>
            <a:r>
              <a:rPr dirty="0" smtClean="0" sz="1000" spc="0">
                <a:latin typeface="Times New Roman"/>
                <a:cs typeface="Times New Roman"/>
              </a:rPr>
              <a:t>a</a:t>
            </a:r>
            <a:r>
              <a:rPr dirty="0" smtClean="0" sz="1000" spc="-4">
                <a:latin typeface="Times New Roman"/>
                <a:cs typeface="Times New Roman"/>
              </a:rPr>
              <a:t> </a:t>
            </a:r>
            <a:r>
              <a:rPr dirty="0" smtClean="0" sz="1000" spc="9">
                <a:latin typeface="Times New Roman"/>
                <a:cs typeface="Times New Roman"/>
              </a:rPr>
              <a:t>d</a:t>
            </a:r>
            <a:r>
              <a:rPr dirty="0" smtClean="0" sz="1000" spc="0">
                <a:latin typeface="Times New Roman"/>
                <a:cs typeface="Times New Roman"/>
              </a:rPr>
              <a:t>e</a:t>
            </a:r>
            <a:r>
              <a:rPr dirty="0" smtClean="0" sz="1000" spc="-4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la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-4">
                <a:latin typeface="Times New Roman"/>
                <a:cs typeface="Times New Roman"/>
              </a:rPr>
              <a:t>r</a:t>
            </a:r>
            <a:r>
              <a:rPr dirty="0" smtClean="0" sz="1000" spc="0">
                <a:latin typeface="Times New Roman"/>
                <a:cs typeface="Times New Roman"/>
              </a:rPr>
              <a:t>o</a:t>
            </a:r>
            <a:r>
              <a:rPr dirty="0" smtClean="0" sz="1000" spc="9">
                <a:latin typeface="Times New Roman"/>
                <a:cs typeface="Times New Roman"/>
              </a:rPr>
              <a:t>d</a:t>
            </a:r>
            <a:r>
              <a:rPr dirty="0" smtClean="0" sz="1000" spc="0">
                <a:latin typeface="Times New Roman"/>
                <a:cs typeface="Times New Roman"/>
              </a:rPr>
              <a:t>i</a:t>
            </a:r>
            <a:r>
              <a:rPr dirty="0" smtClean="0" sz="1000" spc="4">
                <a:latin typeface="Times New Roman"/>
                <a:cs typeface="Times New Roman"/>
              </a:rPr>
              <a:t>l</a:t>
            </a:r>
            <a:r>
              <a:rPr dirty="0" smtClean="0" sz="1000" spc="0">
                <a:latin typeface="Times New Roman"/>
                <a:cs typeface="Times New Roman"/>
              </a:rPr>
              <a:t>la.</a:t>
            </a:r>
            <a:r>
              <a:rPr dirty="0" smtClean="0" sz="1000" spc="0">
                <a:latin typeface="Times New Roman"/>
                <a:cs typeface="Times New Roman"/>
              </a:rPr>
              <a:t>  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-4">
                <a:latin typeface="Times New Roman"/>
                <a:cs typeface="Times New Roman"/>
              </a:rPr>
              <a:t>D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be</a:t>
            </a:r>
            <a:r>
              <a:rPr dirty="0" smtClean="0" sz="1000" spc="-4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ten</a:t>
            </a:r>
            <a:r>
              <a:rPr dirty="0" smtClean="0" sz="1000" spc="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r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un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endParaRPr sz="1000">
              <a:latin typeface="Times New Roman"/>
              <a:cs typeface="Times New Roman"/>
            </a:endParaRPr>
          </a:p>
          <a:p>
            <a:pPr marL="21432" marR="40228" algn="ctr">
              <a:lnSpc>
                <a:spcPts val="1149"/>
              </a:lnSpc>
              <a:spcBef>
                <a:spcPts val="571"/>
              </a:spcBef>
            </a:pPr>
            <a:r>
              <a:rPr dirty="0" smtClean="0" sz="1000" spc="0">
                <a:latin typeface="Times New Roman"/>
                <a:cs typeface="Times New Roman"/>
              </a:rPr>
              <a:t>p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trón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sut</a:t>
            </a:r>
            <a:r>
              <a:rPr dirty="0" smtClean="0" sz="1000" spc="4">
                <a:latin typeface="Times New Roman"/>
                <a:cs typeface="Times New Roman"/>
              </a:rPr>
              <a:t>i</a:t>
            </a:r>
            <a:r>
              <a:rPr dirty="0" smtClean="0" sz="1000" spc="0">
                <a:latin typeface="Times New Roman"/>
                <a:cs typeface="Times New Roman"/>
              </a:rPr>
              <a:t>l,</a:t>
            </a:r>
            <a:r>
              <a:rPr dirty="0" smtClean="0" sz="1000" spc="9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y</a:t>
            </a:r>
            <a:r>
              <a:rPr dirty="0" smtClean="0" sz="1000" spc="-19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se</a:t>
            </a:r>
            <a:r>
              <a:rPr dirty="0" smtClean="0" sz="1000" spc="-4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d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9">
                <a:latin typeface="Times New Roman"/>
                <a:cs typeface="Times New Roman"/>
              </a:rPr>
              <a:t>b</a:t>
            </a:r>
            <a:r>
              <a:rPr dirty="0" smtClean="0" sz="1000" spc="0">
                <a:latin typeface="Times New Roman"/>
                <a:cs typeface="Times New Roman"/>
              </a:rPr>
              <a:t>e</a:t>
            </a:r>
            <a:r>
              <a:rPr dirty="0" smtClean="0" sz="1000" spc="-4">
                <a:latin typeface="Times New Roman"/>
                <a:cs typeface="Times New Roman"/>
              </a:rPr>
              <a:t> 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v</a:t>
            </a:r>
            <a:r>
              <a:rPr dirty="0" smtClean="0" sz="1000" spc="9">
                <a:latin typeface="Times New Roman"/>
                <a:cs typeface="Times New Roman"/>
              </a:rPr>
              <a:t>i</a:t>
            </a:r>
            <a:r>
              <a:rPr dirty="0" smtClean="0" sz="1000" spc="0">
                <a:latin typeface="Times New Roman"/>
                <a:cs typeface="Times New Roman"/>
              </a:rPr>
              <a:t>tar</a:t>
            </a:r>
            <a:r>
              <a:rPr dirty="0" smtClean="0" sz="1000" spc="-4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los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dis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ños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de</a:t>
            </a:r>
            <a:r>
              <a:rPr dirty="0" smtClean="0" sz="1000" spc="-4">
                <a:latin typeface="Times New Roman"/>
                <a:cs typeface="Times New Roman"/>
              </a:rPr>
              <a:t> 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l</a:t>
            </a:r>
            <a:r>
              <a:rPr dirty="0" smtClean="0" sz="1000" spc="4">
                <a:latin typeface="Times New Roman"/>
                <a:cs typeface="Times New Roman"/>
              </a:rPr>
              <a:t>t</a:t>
            </a:r>
            <a:r>
              <a:rPr dirty="0" smtClean="0" sz="1000" spc="0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endParaRPr sz="1000">
              <a:latin typeface="Times New Roman"/>
              <a:cs typeface="Times New Roman"/>
            </a:endParaRPr>
          </a:p>
          <a:p>
            <a:pPr marL="21432" marR="40228" algn="ctr">
              <a:lnSpc>
                <a:spcPts val="1149"/>
              </a:lnSpc>
              <a:spcBef>
                <a:spcPts val="571"/>
              </a:spcBef>
            </a:pPr>
            <a:r>
              <a:rPr dirty="0" smtClean="0" sz="1000" spc="-4">
                <a:latin typeface="Times New Roman"/>
                <a:cs typeface="Times New Roman"/>
              </a:rPr>
              <a:t>c</a:t>
            </a:r>
            <a:r>
              <a:rPr dirty="0" smtClean="0" sz="1000" spc="0">
                <a:latin typeface="Times New Roman"/>
                <a:cs typeface="Times New Roman"/>
              </a:rPr>
              <a:t>ostur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  <a:p>
            <a:pPr marL="212089" marR="228218" algn="ctr">
              <a:lnSpc>
                <a:spcPct val="95825"/>
              </a:lnSpc>
              <a:spcBef>
                <a:spcPts val="611"/>
              </a:spcBef>
            </a:pPr>
            <a:r>
              <a:rPr dirty="0" smtClean="0" sz="1000" spc="0">
                <a:latin typeface="Times New Roman"/>
                <a:cs typeface="Times New Roman"/>
              </a:rPr>
              <a:t>El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uso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de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j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ns</a:t>
            </a:r>
            <a:r>
              <a:rPr dirty="0" smtClean="0" sz="1000" spc="25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y</a:t>
            </a:r>
            <a:r>
              <a:rPr dirty="0" smtClean="0" sz="1000" spc="-19">
                <a:latin typeface="Times New Roman"/>
                <a:cs typeface="Times New Roman"/>
              </a:rPr>
              <a:t> </a:t>
            </a:r>
            <a:r>
              <a:rPr dirty="0" smtClean="0" sz="1000" spc="-4">
                <a:latin typeface="Times New Roman"/>
                <a:cs typeface="Times New Roman"/>
              </a:rPr>
              <a:t>c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l</a:t>
            </a:r>
            <a:r>
              <a:rPr dirty="0" smtClean="0" sz="1000" spc="4">
                <a:latin typeface="Times New Roman"/>
                <a:cs typeface="Times New Roman"/>
              </a:rPr>
              <a:t>z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s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stá</a:t>
            </a:r>
            <a:r>
              <a:rPr dirty="0" smtClean="0" sz="1000" spc="-4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pro</a:t>
            </a:r>
            <a:r>
              <a:rPr dirty="0" smtClean="0" sz="1000" spc="-4">
                <a:latin typeface="Times New Roman"/>
                <a:cs typeface="Times New Roman"/>
              </a:rPr>
              <a:t>h</a:t>
            </a:r>
            <a:r>
              <a:rPr dirty="0" smtClean="0" sz="1000" spc="0">
                <a:latin typeface="Times New Roman"/>
                <a:cs typeface="Times New Roman"/>
              </a:rPr>
              <a:t>ib</a:t>
            </a:r>
            <a:r>
              <a:rPr dirty="0" smtClean="0" sz="1000" spc="4">
                <a:latin typeface="Times New Roman"/>
                <a:cs typeface="Times New Roman"/>
              </a:rPr>
              <a:t>i</a:t>
            </a:r>
            <a:r>
              <a:rPr dirty="0" smtClean="0" sz="1000" spc="0">
                <a:latin typeface="Times New Roman"/>
                <a:cs typeface="Times New Roman"/>
              </a:rPr>
              <a:t>do.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99050" y="2559938"/>
            <a:ext cx="2218944" cy="14291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7335" marR="29306" indent="0" algn="ctr">
              <a:lnSpc>
                <a:spcPts val="1149"/>
              </a:lnSpc>
              <a:spcBef>
                <a:spcPts val="2031"/>
              </a:spcBef>
            </a:pPr>
            <a:r>
              <a:rPr dirty="0" smtClean="0" sz="1000" spc="4">
                <a:latin typeface="Times New Roman"/>
                <a:cs typeface="Times New Roman"/>
              </a:rPr>
              <a:t>P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ntalon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s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de</a:t>
            </a:r>
            <a:r>
              <a:rPr dirty="0" smtClean="0" sz="1000" spc="-4">
                <a:latin typeface="Times New Roman"/>
                <a:cs typeface="Times New Roman"/>
              </a:rPr>
              <a:t> </a:t>
            </a:r>
            <a:r>
              <a:rPr dirty="0" smtClean="0" sz="1000" spc="-4">
                <a:latin typeface="Times New Roman"/>
                <a:cs typeface="Times New Roman"/>
              </a:rPr>
              <a:t>c</a:t>
            </a:r>
            <a:r>
              <a:rPr dirty="0" smtClean="0" sz="1000" spc="0">
                <a:latin typeface="Times New Roman"/>
                <a:cs typeface="Times New Roman"/>
              </a:rPr>
              <a:t>orte</a:t>
            </a:r>
            <a:r>
              <a:rPr dirty="0" smtClean="0" sz="1000" spc="4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recto,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pr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fer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ntem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n</a:t>
            </a:r>
            <a:r>
              <a:rPr dirty="0" smtClean="0" sz="1000" spc="9">
                <a:latin typeface="Times New Roman"/>
                <a:cs typeface="Times New Roman"/>
              </a:rPr>
              <a:t>t</a:t>
            </a:r>
            <a:r>
              <a:rPr dirty="0" smtClean="0" sz="1000" spc="0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endParaRPr sz="1000">
              <a:latin typeface="Times New Roman"/>
              <a:cs typeface="Times New Roman"/>
            </a:endParaRPr>
          </a:p>
          <a:p>
            <a:pPr marL="7335" marR="29306" algn="ctr">
              <a:lnSpc>
                <a:spcPts val="1149"/>
              </a:lnSpc>
              <a:spcBef>
                <a:spcPts val="570"/>
              </a:spcBef>
            </a:pPr>
            <a:r>
              <a:rPr dirty="0" smtClean="0" sz="1000" spc="0">
                <a:latin typeface="Times New Roman"/>
                <a:cs typeface="Times New Roman"/>
              </a:rPr>
              <a:t>de</a:t>
            </a:r>
            <a:r>
              <a:rPr dirty="0" smtClean="0" sz="1000" spc="-4">
                <a:latin typeface="Times New Roman"/>
                <a:cs typeface="Times New Roman"/>
              </a:rPr>
              <a:t> </a:t>
            </a:r>
            <a:r>
              <a:rPr dirty="0" smtClean="0" sz="1000" spc="-4">
                <a:latin typeface="Times New Roman"/>
                <a:cs typeface="Times New Roman"/>
              </a:rPr>
              <a:t>c</a:t>
            </a:r>
            <a:r>
              <a:rPr dirty="0" smtClean="0" sz="1000" spc="0">
                <a:latin typeface="Times New Roman"/>
                <a:cs typeface="Times New Roman"/>
              </a:rPr>
              <a:t>olor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s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osc</a:t>
            </a:r>
            <a:r>
              <a:rPr dirty="0" smtClean="0" sz="1000" spc="4">
                <a:latin typeface="Times New Roman"/>
                <a:cs typeface="Times New Roman"/>
              </a:rPr>
              <a:t>u</a:t>
            </a:r>
            <a:r>
              <a:rPr dirty="0" smtClean="0" sz="1000" spc="0">
                <a:latin typeface="Times New Roman"/>
                <a:cs typeface="Times New Roman"/>
              </a:rPr>
              <a:t>ros.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249">
                <a:latin typeface="Times New Roman"/>
                <a:cs typeface="Times New Roman"/>
              </a:rPr>
              <a:t> 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l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9">
                <a:latin typeface="Times New Roman"/>
                <a:cs typeface="Times New Roman"/>
              </a:rPr>
              <a:t>u</a:t>
            </a:r>
            <a:r>
              <a:rPr dirty="0" smtClean="0" sz="1000" spc="0">
                <a:latin typeface="Times New Roman"/>
                <a:cs typeface="Times New Roman"/>
              </a:rPr>
              <a:t>so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de</a:t>
            </a:r>
            <a:r>
              <a:rPr dirty="0" smtClean="0" sz="1000" spc="-4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je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ns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o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endParaRPr sz="1000">
              <a:latin typeface="Times New Roman"/>
              <a:cs typeface="Times New Roman"/>
            </a:endParaRPr>
          </a:p>
          <a:p>
            <a:pPr marL="7335" marR="29306" algn="ctr">
              <a:lnSpc>
                <a:spcPts val="1149"/>
              </a:lnSpc>
              <a:spcBef>
                <a:spcPts val="570"/>
              </a:spcBef>
            </a:pPr>
            <a:r>
              <a:rPr dirty="0" smtClean="0" sz="1000" spc="0">
                <a:latin typeface="Times New Roman"/>
                <a:cs typeface="Times New Roman"/>
              </a:rPr>
              <a:t>p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ntalon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s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-4">
                <a:latin typeface="Times New Roman"/>
                <a:cs typeface="Times New Roman"/>
              </a:rPr>
              <a:t>c</a:t>
            </a:r>
            <a:r>
              <a:rPr dirty="0" smtClean="0" sz="1000" spc="0">
                <a:latin typeface="Times New Roman"/>
                <a:cs typeface="Times New Roman"/>
              </a:rPr>
              <a:t>ortos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stá</a:t>
            </a:r>
            <a:r>
              <a:rPr dirty="0" smtClean="0" sz="1000" spc="-4">
                <a:latin typeface="Times New Roman"/>
                <a:cs typeface="Times New Roman"/>
              </a:rPr>
              <a:t> </a:t>
            </a:r>
            <a:r>
              <a:rPr dirty="0" smtClean="0" sz="1000" spc="9">
                <a:latin typeface="Times New Roman"/>
                <a:cs typeface="Times New Roman"/>
              </a:rPr>
              <a:t>p</a:t>
            </a:r>
            <a:r>
              <a:rPr dirty="0" smtClean="0" sz="1000" spc="4">
                <a:latin typeface="Times New Roman"/>
                <a:cs typeface="Times New Roman"/>
              </a:rPr>
              <a:t>r</a:t>
            </a:r>
            <a:r>
              <a:rPr dirty="0" smtClean="0" sz="1000" spc="0">
                <a:latin typeface="Times New Roman"/>
                <a:cs typeface="Times New Roman"/>
              </a:rPr>
              <a:t>ohib</a:t>
            </a:r>
            <a:r>
              <a:rPr dirty="0" smtClean="0" sz="1000" spc="4">
                <a:latin typeface="Times New Roman"/>
                <a:cs typeface="Times New Roman"/>
              </a:rPr>
              <a:t>i</a:t>
            </a:r>
            <a:r>
              <a:rPr dirty="0" smtClean="0" sz="1000" spc="0">
                <a:latin typeface="Times New Roman"/>
                <a:cs typeface="Times New Roman"/>
              </a:rPr>
              <a:t>do.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17994" y="2559938"/>
            <a:ext cx="53975" cy="14291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6" name="object 16"/>
          <p:cNvSpPr txBox="1"/>
          <p:nvPr/>
        </p:nvSpPr>
        <p:spPr>
          <a:xfrm>
            <a:off x="863600" y="3989070"/>
            <a:ext cx="92392" cy="863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5" name="object 15"/>
          <p:cNvSpPr txBox="1"/>
          <p:nvPr/>
        </p:nvSpPr>
        <p:spPr>
          <a:xfrm>
            <a:off x="955992" y="3989070"/>
            <a:ext cx="1169733" cy="863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00"/>
              </a:lnSpc>
              <a:spcBef>
                <a:spcPts val="31"/>
              </a:spcBef>
            </a:pPr>
            <a:endParaRPr sz="500"/>
          </a:p>
          <a:p>
            <a:pPr marL="373951">
              <a:lnSpc>
                <a:spcPct val="95825"/>
              </a:lnSpc>
              <a:spcBef>
                <a:spcPts val="2000"/>
              </a:spcBef>
            </a:pPr>
            <a:r>
              <a:rPr dirty="0" smtClean="0" sz="1000" spc="-9">
                <a:latin typeface="Times New Roman"/>
                <a:cs typeface="Times New Roman"/>
              </a:rPr>
              <a:t>Z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9">
                <a:latin typeface="Times New Roman"/>
                <a:cs typeface="Times New Roman"/>
              </a:rPr>
              <a:t>p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tos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25726" y="3989070"/>
            <a:ext cx="2473324" cy="863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800"/>
              </a:lnSpc>
              <a:spcBef>
                <a:spcPts val="11"/>
              </a:spcBef>
            </a:pPr>
            <a:endParaRPr sz="800"/>
          </a:p>
          <a:p>
            <a:pPr marL="8605" marR="173832" indent="0" algn="ctr">
              <a:lnSpc>
                <a:spcPts val="1149"/>
              </a:lnSpc>
            </a:pPr>
            <a:r>
              <a:rPr dirty="0" smtClean="0" sz="1000" spc="-9">
                <a:latin typeface="Times New Roman"/>
                <a:cs typeface="Times New Roman"/>
              </a:rPr>
              <a:t>L</a:t>
            </a:r>
            <a:r>
              <a:rPr dirty="0" smtClean="0" sz="1000" spc="0">
                <a:latin typeface="Times New Roman"/>
                <a:cs typeface="Times New Roman"/>
              </a:rPr>
              <a:t>a</a:t>
            </a:r>
            <a:r>
              <a:rPr dirty="0" smtClean="0" sz="1000" spc="4">
                <a:latin typeface="Times New Roman"/>
                <a:cs typeface="Times New Roman"/>
              </a:rPr>
              <a:t> 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l</a:t>
            </a:r>
            <a:r>
              <a:rPr dirty="0" smtClean="0" sz="1000" spc="4">
                <a:latin typeface="Times New Roman"/>
                <a:cs typeface="Times New Roman"/>
              </a:rPr>
              <a:t>t</a:t>
            </a:r>
            <a:r>
              <a:rPr dirty="0" smtClean="0" sz="1000" spc="0">
                <a:latin typeface="Times New Roman"/>
                <a:cs typeface="Times New Roman"/>
              </a:rPr>
              <a:t>ura</a:t>
            </a:r>
            <a:r>
              <a:rPr dirty="0" smtClean="0" sz="1000" spc="-4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de</a:t>
            </a:r>
            <a:r>
              <a:rPr dirty="0" smtClean="0" sz="1000" spc="-4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los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9">
                <a:latin typeface="Times New Roman"/>
                <a:cs typeface="Times New Roman"/>
              </a:rPr>
              <a:t>z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p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tos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9">
                <a:latin typeface="Times New Roman"/>
                <a:cs typeface="Times New Roman"/>
              </a:rPr>
              <a:t>d</a:t>
            </a:r>
            <a:r>
              <a:rPr dirty="0" smtClean="0" sz="1000" spc="0">
                <a:latin typeface="Times New Roman"/>
                <a:cs typeface="Times New Roman"/>
              </a:rPr>
              <a:t>e</a:t>
            </a:r>
            <a:r>
              <a:rPr dirty="0" smtClean="0" sz="1000" spc="-4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ta</a:t>
            </a:r>
            <a:r>
              <a:rPr dirty="0" smtClean="0" sz="1000" spc="-4">
                <a:latin typeface="Times New Roman"/>
                <a:cs typeface="Times New Roman"/>
              </a:rPr>
              <a:t>c</a:t>
            </a:r>
            <a:r>
              <a:rPr dirty="0" smtClean="0" sz="1000" spc="0">
                <a:latin typeface="Times New Roman"/>
                <a:cs typeface="Times New Roman"/>
              </a:rPr>
              <a:t>ón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d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9">
                <a:latin typeface="Times New Roman"/>
                <a:cs typeface="Times New Roman"/>
              </a:rPr>
              <a:t>b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rá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245">
                <a:latin typeface="Times New Roman"/>
                <a:cs typeface="Times New Roman"/>
              </a:rPr>
              <a:t> </a:t>
            </a:r>
            <a:r>
              <a:rPr dirty="0" smtClean="0" sz="1000" spc="9">
                <a:latin typeface="Times New Roman"/>
                <a:cs typeface="Times New Roman"/>
              </a:rPr>
              <a:t>s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r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endParaRPr sz="1000">
              <a:latin typeface="Times New Roman"/>
              <a:cs typeface="Times New Roman"/>
            </a:endParaRPr>
          </a:p>
          <a:p>
            <a:pPr marL="8605" marR="173832" algn="ctr">
              <a:lnSpc>
                <a:spcPts val="1149"/>
              </a:lnSpc>
              <a:spcBef>
                <a:spcPts val="574"/>
              </a:spcBef>
            </a:pPr>
            <a:r>
              <a:rPr dirty="0" smtClean="0" sz="1000" spc="0">
                <a:latin typeface="Times New Roman"/>
                <a:cs typeface="Times New Roman"/>
              </a:rPr>
              <a:t>dis</a:t>
            </a:r>
            <a:r>
              <a:rPr dirty="0" smtClean="0" sz="1000" spc="-4">
                <a:latin typeface="Times New Roman"/>
                <a:cs typeface="Times New Roman"/>
              </a:rPr>
              <a:t>c</a:t>
            </a:r>
            <a:r>
              <a:rPr dirty="0" smtClean="0" sz="1000" spc="0">
                <a:latin typeface="Times New Roman"/>
                <a:cs typeface="Times New Roman"/>
              </a:rPr>
              <a:t>r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ta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-4">
                <a:latin typeface="Times New Roman"/>
                <a:cs typeface="Times New Roman"/>
              </a:rPr>
              <a:t>(</a:t>
            </a:r>
            <a:r>
              <a:rPr dirty="0" smtClean="0" sz="1000" spc="4">
                <a:latin typeface="Times New Roman"/>
                <a:cs typeface="Times New Roman"/>
              </a:rPr>
              <a:t>S</a:t>
            </a:r>
            <a:r>
              <a:rPr dirty="0" smtClean="0" sz="1000" spc="9">
                <a:latin typeface="Times New Roman"/>
                <a:cs typeface="Times New Roman"/>
              </a:rPr>
              <a:t>u</a:t>
            </a:r>
            <a:r>
              <a:rPr dirty="0" smtClean="0" sz="1000" spc="-9">
                <a:latin typeface="Times New Roman"/>
                <a:cs typeface="Times New Roman"/>
              </a:rPr>
              <a:t>g</a:t>
            </a:r>
            <a:r>
              <a:rPr dirty="0" smtClean="0" sz="1000" spc="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r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n</a:t>
            </a:r>
            <a:r>
              <a:rPr dirty="0" smtClean="0" sz="1000" spc="-4">
                <a:latin typeface="Times New Roman"/>
                <a:cs typeface="Times New Roman"/>
              </a:rPr>
              <a:t>c</a:t>
            </a:r>
            <a:r>
              <a:rPr dirty="0" smtClean="0" sz="1000" spc="0">
                <a:latin typeface="Times New Roman"/>
                <a:cs typeface="Times New Roman"/>
              </a:rPr>
              <a:t>ia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4">
                <a:latin typeface="Times New Roman"/>
                <a:cs typeface="Times New Roman"/>
              </a:rPr>
              <a:t>h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s</a:t>
            </a:r>
            <a:r>
              <a:rPr dirty="0" smtClean="0" sz="1000" spc="9">
                <a:latin typeface="Times New Roman"/>
                <a:cs typeface="Times New Roman"/>
              </a:rPr>
              <a:t>t</a:t>
            </a:r>
            <a:r>
              <a:rPr dirty="0" smtClean="0" sz="1000" spc="0">
                <a:latin typeface="Times New Roman"/>
                <a:cs typeface="Times New Roman"/>
              </a:rPr>
              <a:t>a</a:t>
            </a:r>
            <a:r>
              <a:rPr dirty="0" smtClean="0" sz="1000" spc="-4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5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-4">
                <a:latin typeface="Times New Roman"/>
                <a:cs typeface="Times New Roman"/>
              </a:rPr>
              <a:t>c</a:t>
            </a:r>
            <a:r>
              <a:rPr dirty="0" smtClean="0" sz="1000" spc="0">
                <a:latin typeface="Times New Roman"/>
                <a:cs typeface="Times New Roman"/>
              </a:rPr>
              <a:t>m).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El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uso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de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endParaRPr sz="1000">
              <a:latin typeface="Times New Roman"/>
              <a:cs typeface="Times New Roman"/>
            </a:endParaRPr>
          </a:p>
          <a:p>
            <a:pPr marL="8605" marR="173832" algn="ctr">
              <a:lnSpc>
                <a:spcPts val="1149"/>
              </a:lnSpc>
              <a:spcBef>
                <a:spcPts val="574"/>
              </a:spcBef>
            </a:pPr>
            <a:r>
              <a:rPr dirty="0" smtClean="0" sz="1000" spc="4">
                <a:latin typeface="Times New Roman"/>
                <a:cs typeface="Times New Roman"/>
              </a:rPr>
              <a:t>z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p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t</a:t>
            </a:r>
            <a:r>
              <a:rPr dirty="0" smtClean="0" sz="1000" spc="4">
                <a:latin typeface="Times New Roman"/>
                <a:cs typeface="Times New Roman"/>
              </a:rPr>
              <a:t>i</a:t>
            </a:r>
            <a:r>
              <a:rPr dirty="0" smtClean="0" sz="1000" spc="0">
                <a:latin typeface="Times New Roman"/>
                <a:cs typeface="Times New Roman"/>
              </a:rPr>
              <a:t>l</a:t>
            </a:r>
            <a:r>
              <a:rPr dirty="0" smtClean="0" sz="1000" spc="4">
                <a:latin typeface="Times New Roman"/>
                <a:cs typeface="Times New Roman"/>
              </a:rPr>
              <a:t>l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s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o</a:t>
            </a:r>
            <a:r>
              <a:rPr dirty="0" smtClean="0" sz="1000" spc="4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sand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l</a:t>
            </a:r>
            <a:r>
              <a:rPr dirty="0" smtClean="0" sz="1000" spc="4">
                <a:latin typeface="Times New Roman"/>
                <a:cs typeface="Times New Roman"/>
              </a:rPr>
              <a:t>i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s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stá</a:t>
            </a:r>
            <a:r>
              <a:rPr dirty="0" smtClean="0" sz="1000" spc="-4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pro</a:t>
            </a:r>
            <a:r>
              <a:rPr dirty="0" smtClean="0" sz="1000" spc="-4">
                <a:latin typeface="Times New Roman"/>
                <a:cs typeface="Times New Roman"/>
              </a:rPr>
              <a:t>h</a:t>
            </a:r>
            <a:r>
              <a:rPr dirty="0" smtClean="0" sz="1000" spc="0">
                <a:latin typeface="Times New Roman"/>
                <a:cs typeface="Times New Roman"/>
              </a:rPr>
              <a:t>ib</a:t>
            </a:r>
            <a:r>
              <a:rPr dirty="0" smtClean="0" sz="1000" spc="4">
                <a:latin typeface="Times New Roman"/>
                <a:cs typeface="Times New Roman"/>
              </a:rPr>
              <a:t>i</a:t>
            </a:r>
            <a:r>
              <a:rPr dirty="0" smtClean="0" sz="1000" spc="0">
                <a:latin typeface="Times New Roman"/>
                <a:cs typeface="Times New Roman"/>
              </a:rPr>
              <a:t>do.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99050" y="3989070"/>
            <a:ext cx="2218944" cy="863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800"/>
              </a:lnSpc>
              <a:spcBef>
                <a:spcPts val="11"/>
              </a:spcBef>
            </a:pPr>
            <a:endParaRPr sz="800"/>
          </a:p>
          <a:p>
            <a:pPr marL="26512" marR="319755" indent="-127" algn="ctr">
              <a:lnSpc>
                <a:spcPts val="1149"/>
              </a:lnSpc>
            </a:pPr>
            <a:r>
              <a:rPr dirty="0" smtClean="0" sz="1000" spc="-9">
                <a:latin typeface="Times New Roman"/>
                <a:cs typeface="Times New Roman"/>
              </a:rPr>
              <a:t>Z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9">
                <a:latin typeface="Times New Roman"/>
                <a:cs typeface="Times New Roman"/>
              </a:rPr>
              <a:t>p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tos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de</a:t>
            </a:r>
            <a:r>
              <a:rPr dirty="0" smtClean="0" sz="1000" spc="-4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v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stir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o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mo</a:t>
            </a:r>
            <a:r>
              <a:rPr dirty="0" smtClean="0" sz="1000" spc="4">
                <a:latin typeface="Times New Roman"/>
                <a:cs typeface="Times New Roman"/>
              </a:rPr>
              <a:t>c</a:t>
            </a:r>
            <a:r>
              <a:rPr dirty="0" smtClean="0" sz="1000" spc="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sin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s.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El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endParaRPr sz="1000">
              <a:latin typeface="Times New Roman"/>
              <a:cs typeface="Times New Roman"/>
            </a:endParaRPr>
          </a:p>
          <a:p>
            <a:pPr marL="26512" marR="319755" algn="ctr">
              <a:lnSpc>
                <a:spcPts val="1149"/>
              </a:lnSpc>
              <a:spcBef>
                <a:spcPts val="574"/>
              </a:spcBef>
            </a:pPr>
            <a:r>
              <a:rPr dirty="0" smtClean="0" sz="1000" spc="0">
                <a:latin typeface="Times New Roman"/>
                <a:cs typeface="Times New Roman"/>
              </a:rPr>
              <a:t>uso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de</a:t>
            </a:r>
            <a:r>
              <a:rPr dirty="0" smtClean="0" sz="1000" spc="-4">
                <a:latin typeface="Times New Roman"/>
                <a:cs typeface="Times New Roman"/>
              </a:rPr>
              <a:t> </a:t>
            </a:r>
            <a:r>
              <a:rPr dirty="0" smtClean="0" sz="1000" spc="4">
                <a:latin typeface="Times New Roman"/>
                <a:cs typeface="Times New Roman"/>
              </a:rPr>
              <a:t>z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p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t</a:t>
            </a:r>
            <a:r>
              <a:rPr dirty="0" smtClean="0" sz="1000" spc="4">
                <a:latin typeface="Times New Roman"/>
                <a:cs typeface="Times New Roman"/>
              </a:rPr>
              <a:t>i</a:t>
            </a:r>
            <a:r>
              <a:rPr dirty="0" smtClean="0" sz="1000" spc="0">
                <a:latin typeface="Times New Roman"/>
                <a:cs typeface="Times New Roman"/>
              </a:rPr>
              <a:t>l</a:t>
            </a:r>
            <a:r>
              <a:rPr dirty="0" smtClean="0" sz="1000" spc="4">
                <a:latin typeface="Times New Roman"/>
                <a:cs typeface="Times New Roman"/>
              </a:rPr>
              <a:t>l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s,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4">
                <a:latin typeface="Times New Roman"/>
                <a:cs typeface="Times New Roman"/>
              </a:rPr>
              <a:t>z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p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tos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d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portivos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endParaRPr sz="1000">
              <a:latin typeface="Times New Roman"/>
              <a:cs typeface="Times New Roman"/>
            </a:endParaRPr>
          </a:p>
          <a:p>
            <a:pPr marL="26512" marR="319755" algn="ctr">
              <a:lnSpc>
                <a:spcPts val="1149"/>
              </a:lnSpc>
              <a:spcBef>
                <a:spcPts val="574"/>
              </a:spcBef>
            </a:pPr>
            <a:r>
              <a:rPr dirty="0" smtClean="0" sz="1000" spc="0">
                <a:latin typeface="Times New Roman"/>
                <a:cs typeface="Times New Roman"/>
              </a:rPr>
              <a:t>o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s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nd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l</a:t>
            </a:r>
            <a:r>
              <a:rPr dirty="0" smtClean="0" sz="1000" spc="4">
                <a:latin typeface="Times New Roman"/>
                <a:cs typeface="Times New Roman"/>
              </a:rPr>
              <a:t>i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s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stá</a:t>
            </a:r>
            <a:r>
              <a:rPr dirty="0" smtClean="0" sz="1000" spc="-4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pro</a:t>
            </a:r>
            <a:r>
              <a:rPr dirty="0" smtClean="0" sz="1000" spc="-4">
                <a:latin typeface="Times New Roman"/>
                <a:cs typeface="Times New Roman"/>
              </a:rPr>
              <a:t>h</a:t>
            </a:r>
            <a:r>
              <a:rPr dirty="0" smtClean="0" sz="1000" spc="0">
                <a:latin typeface="Times New Roman"/>
                <a:cs typeface="Times New Roman"/>
              </a:rPr>
              <a:t>ib</a:t>
            </a:r>
            <a:r>
              <a:rPr dirty="0" smtClean="0" sz="1000" spc="4">
                <a:latin typeface="Times New Roman"/>
                <a:cs typeface="Times New Roman"/>
              </a:rPr>
              <a:t>i</a:t>
            </a:r>
            <a:r>
              <a:rPr dirty="0" smtClean="0" sz="1000" spc="9">
                <a:latin typeface="Times New Roman"/>
                <a:cs typeface="Times New Roman"/>
              </a:rPr>
              <a:t>d</a:t>
            </a:r>
            <a:r>
              <a:rPr dirty="0" smtClean="0" sz="1000" spc="0">
                <a:latin typeface="Times New Roman"/>
                <a:cs typeface="Times New Roman"/>
              </a:rPr>
              <a:t>o.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17994" y="3989070"/>
            <a:ext cx="53975" cy="863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" name="object 11"/>
          <p:cNvSpPr txBox="1"/>
          <p:nvPr/>
        </p:nvSpPr>
        <p:spPr>
          <a:xfrm>
            <a:off x="863600" y="4852670"/>
            <a:ext cx="92392" cy="58038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" name="object 10"/>
          <p:cNvSpPr txBox="1"/>
          <p:nvPr/>
        </p:nvSpPr>
        <p:spPr>
          <a:xfrm>
            <a:off x="955992" y="4852670"/>
            <a:ext cx="1169733" cy="58038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400"/>
              </a:lnSpc>
              <a:spcBef>
                <a:spcPts val="21"/>
              </a:spcBef>
            </a:pPr>
            <a:endParaRPr sz="1400"/>
          </a:p>
          <a:p>
            <a:pPr marL="377761">
              <a:lnSpc>
                <a:spcPct val="95825"/>
              </a:lnSpc>
            </a:pPr>
            <a:r>
              <a:rPr dirty="0" smtClean="0" sz="1000" spc="0">
                <a:latin typeface="Times New Roman"/>
                <a:cs typeface="Times New Roman"/>
              </a:rPr>
              <a:t>Cab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l</a:t>
            </a:r>
            <a:r>
              <a:rPr dirty="0" smtClean="0" sz="1000" spc="4">
                <a:latin typeface="Times New Roman"/>
                <a:cs typeface="Times New Roman"/>
              </a:rPr>
              <a:t>l</a:t>
            </a:r>
            <a:r>
              <a:rPr dirty="0" smtClean="0" sz="1000" spc="0">
                <a:latin typeface="Times New Roman"/>
                <a:cs typeface="Times New Roman"/>
              </a:rPr>
              <a:t>o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25726" y="4852670"/>
            <a:ext cx="2473324" cy="58038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50"/>
              </a:lnSpc>
              <a:spcBef>
                <a:spcPts val="11"/>
              </a:spcBef>
            </a:pPr>
            <a:endParaRPr sz="550"/>
          </a:p>
          <a:p>
            <a:pPr marL="632079" marR="45531" indent="-583311">
              <a:lnSpc>
                <a:spcPts val="1149"/>
              </a:lnSpc>
            </a:pPr>
            <a:r>
              <a:rPr dirty="0" smtClean="0" sz="1000" spc="0">
                <a:latin typeface="Times New Roman"/>
                <a:cs typeface="Times New Roman"/>
              </a:rPr>
              <a:t>M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nten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r</a:t>
            </a:r>
            <a:r>
              <a:rPr dirty="0" smtClean="0" sz="1000" spc="4">
                <a:latin typeface="Times New Roman"/>
                <a:cs typeface="Times New Roman"/>
              </a:rPr>
              <a:t> 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l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c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b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l</a:t>
            </a:r>
            <a:r>
              <a:rPr dirty="0" smtClean="0" sz="1000" spc="4">
                <a:latin typeface="Times New Roman"/>
                <a:cs typeface="Times New Roman"/>
              </a:rPr>
              <a:t>l</a:t>
            </a:r>
            <a:r>
              <a:rPr dirty="0" smtClean="0" sz="1000" spc="0">
                <a:latin typeface="Times New Roman"/>
                <a:cs typeface="Times New Roman"/>
              </a:rPr>
              <a:t>o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4">
                <a:latin typeface="Times New Roman"/>
                <a:cs typeface="Times New Roman"/>
              </a:rPr>
              <a:t>r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-4">
                <a:latin typeface="Times New Roman"/>
                <a:cs typeface="Times New Roman"/>
              </a:rPr>
              <a:t>c</a:t>
            </a:r>
            <a:r>
              <a:rPr dirty="0" smtClean="0" sz="1000" spc="9">
                <a:latin typeface="Times New Roman"/>
                <a:cs typeface="Times New Roman"/>
              </a:rPr>
              <a:t>o</a:t>
            </a:r>
            <a:r>
              <a:rPr dirty="0" smtClean="0" sz="1000" spc="-9">
                <a:latin typeface="Times New Roman"/>
                <a:cs typeface="Times New Roman"/>
              </a:rPr>
              <a:t>g</a:t>
            </a:r>
            <a:r>
              <a:rPr dirty="0" smtClean="0" sz="1000" spc="0">
                <a:latin typeface="Times New Roman"/>
                <a:cs typeface="Times New Roman"/>
              </a:rPr>
              <a:t>ido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fu</a:t>
            </a:r>
            <a:r>
              <a:rPr dirty="0" smtClean="0" sz="1000" spc="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ra</a:t>
            </a:r>
            <a:r>
              <a:rPr dirty="0" smtClean="0" sz="1000" spc="-4">
                <a:latin typeface="Times New Roman"/>
                <a:cs typeface="Times New Roman"/>
              </a:rPr>
              <a:t> </a:t>
            </a:r>
            <a:r>
              <a:rPr dirty="0" smtClean="0" sz="1000" spc="9">
                <a:latin typeface="Times New Roman"/>
                <a:cs typeface="Times New Roman"/>
              </a:rPr>
              <a:t>d</a:t>
            </a:r>
            <a:r>
              <a:rPr dirty="0" smtClean="0" sz="1000" spc="0">
                <a:latin typeface="Times New Roman"/>
                <a:cs typeface="Times New Roman"/>
              </a:rPr>
              <a:t>e</a:t>
            </a:r>
            <a:r>
              <a:rPr dirty="0" smtClean="0" sz="1000" spc="-4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la</a:t>
            </a:r>
            <a:r>
              <a:rPr dirty="0" smtClean="0" sz="1000" spc="0">
                <a:latin typeface="Times New Roman"/>
                <a:cs typeface="Times New Roman"/>
              </a:rPr>
              <a:t>  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-4">
                <a:latin typeface="Times New Roman"/>
                <a:cs typeface="Times New Roman"/>
              </a:rPr>
              <a:t>c</a:t>
            </a:r>
            <a:r>
              <a:rPr dirty="0" smtClean="0" sz="1000" spc="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ra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endParaRPr sz="1000">
              <a:latin typeface="Times New Roman"/>
              <a:cs typeface="Times New Roman"/>
            </a:endParaRPr>
          </a:p>
          <a:p>
            <a:pPr marL="632079" marR="45531">
              <a:lnSpc>
                <a:spcPts val="1149"/>
              </a:lnSpc>
              <a:spcBef>
                <a:spcPts val="570"/>
              </a:spcBef>
            </a:pPr>
            <a:r>
              <a:rPr dirty="0" smtClean="0" sz="1000" spc="0">
                <a:latin typeface="Times New Roman"/>
                <a:cs typeface="Times New Roman"/>
              </a:rPr>
              <a:t>p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ra</a:t>
            </a:r>
            <a:r>
              <a:rPr dirty="0" smtClean="0" sz="1000" spc="-4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un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s</a:t>
            </a:r>
            <a:r>
              <a:rPr dirty="0" smtClean="0" sz="1000" spc="9">
                <a:latin typeface="Times New Roman"/>
                <a:cs typeface="Times New Roman"/>
              </a:rPr>
              <a:t>p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-4">
                <a:latin typeface="Times New Roman"/>
                <a:cs typeface="Times New Roman"/>
              </a:rPr>
              <a:t>c</a:t>
            </a:r>
            <a:r>
              <a:rPr dirty="0" smtClean="0" sz="1000" spc="0">
                <a:latin typeface="Times New Roman"/>
                <a:cs typeface="Times New Roman"/>
              </a:rPr>
              <a:t>to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f</a:t>
            </a:r>
            <a:r>
              <a:rPr dirty="0" smtClean="0" sz="1000" spc="9">
                <a:latin typeface="Times New Roman"/>
                <a:cs typeface="Times New Roman"/>
              </a:rPr>
              <a:t>o</a:t>
            </a:r>
            <a:r>
              <a:rPr dirty="0" smtClean="0" sz="1000" spc="0">
                <a:latin typeface="Times New Roman"/>
                <a:cs typeface="Times New Roman"/>
              </a:rPr>
              <a:t>rm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l.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99050" y="4852670"/>
            <a:ext cx="2218944" cy="58038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50"/>
              </a:lnSpc>
              <a:spcBef>
                <a:spcPts val="11"/>
              </a:spcBef>
            </a:pPr>
            <a:endParaRPr sz="550"/>
          </a:p>
          <a:p>
            <a:pPr marL="381635" marR="116778" indent="-264160">
              <a:lnSpc>
                <a:spcPts val="1149"/>
              </a:lnSpc>
            </a:pPr>
            <a:r>
              <a:rPr dirty="0" smtClean="0" sz="1000" spc="0">
                <a:latin typeface="Times New Roman"/>
                <a:cs typeface="Times New Roman"/>
              </a:rPr>
              <a:t>M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nten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r</a:t>
            </a:r>
            <a:r>
              <a:rPr dirty="0" smtClean="0" sz="1000" spc="4">
                <a:latin typeface="Times New Roman"/>
                <a:cs typeface="Times New Roman"/>
              </a:rPr>
              <a:t> 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l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c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b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l</a:t>
            </a:r>
            <a:r>
              <a:rPr dirty="0" smtClean="0" sz="1000" spc="4">
                <a:latin typeface="Times New Roman"/>
                <a:cs typeface="Times New Roman"/>
              </a:rPr>
              <a:t>l</a:t>
            </a:r>
            <a:r>
              <a:rPr dirty="0" smtClean="0" sz="1000" spc="0">
                <a:latin typeface="Times New Roman"/>
                <a:cs typeface="Times New Roman"/>
              </a:rPr>
              <a:t>o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-4">
                <a:latin typeface="Times New Roman"/>
                <a:cs typeface="Times New Roman"/>
              </a:rPr>
              <a:t>c</a:t>
            </a:r>
            <a:r>
              <a:rPr dirty="0" smtClean="0" sz="1000" spc="9">
                <a:latin typeface="Times New Roman"/>
                <a:cs typeface="Times New Roman"/>
              </a:rPr>
              <a:t>o</a:t>
            </a:r>
            <a:r>
              <a:rPr dirty="0" smtClean="0" sz="1000" spc="0">
                <a:latin typeface="Times New Roman"/>
                <a:cs typeface="Times New Roman"/>
              </a:rPr>
              <a:t>r</a:t>
            </a:r>
            <a:r>
              <a:rPr dirty="0" smtClean="0" sz="1000" spc="9">
                <a:latin typeface="Times New Roman"/>
                <a:cs typeface="Times New Roman"/>
              </a:rPr>
              <a:t>t</a:t>
            </a:r>
            <a:r>
              <a:rPr dirty="0" smtClean="0" sz="1000" spc="0">
                <a:latin typeface="Times New Roman"/>
                <a:cs typeface="Times New Roman"/>
              </a:rPr>
              <a:t>o</a:t>
            </a:r>
            <a:r>
              <a:rPr dirty="0" smtClean="0" sz="1000" spc="9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y</a:t>
            </a:r>
            <a:r>
              <a:rPr dirty="0" smtClean="0" sz="1000" spc="-19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f</a:t>
            </a:r>
            <a:r>
              <a:rPr dirty="0" smtClean="0" sz="1000" spc="4">
                <a:latin typeface="Times New Roman"/>
                <a:cs typeface="Times New Roman"/>
              </a:rPr>
              <a:t>u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ra</a:t>
            </a:r>
            <a:r>
              <a:rPr dirty="0" smtClean="0" sz="1000" spc="-4">
                <a:latin typeface="Times New Roman"/>
                <a:cs typeface="Times New Roman"/>
              </a:rPr>
              <a:t> </a:t>
            </a:r>
            <a:r>
              <a:rPr dirty="0" smtClean="0" sz="1000" spc="9">
                <a:latin typeface="Times New Roman"/>
                <a:cs typeface="Times New Roman"/>
              </a:rPr>
              <a:t>d</a:t>
            </a:r>
            <a:r>
              <a:rPr dirty="0" smtClean="0" sz="1000" spc="0">
                <a:latin typeface="Times New Roman"/>
                <a:cs typeface="Times New Roman"/>
              </a:rPr>
              <a:t>e</a:t>
            </a:r>
            <a:r>
              <a:rPr dirty="0" smtClean="0" sz="1000" spc="-4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la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endParaRPr sz="1000">
              <a:latin typeface="Times New Roman"/>
              <a:cs typeface="Times New Roman"/>
            </a:endParaRPr>
          </a:p>
          <a:p>
            <a:pPr marL="381635" marR="116778">
              <a:lnSpc>
                <a:spcPts val="1149"/>
              </a:lnSpc>
              <a:spcBef>
                <a:spcPts val="570"/>
              </a:spcBef>
            </a:pPr>
            <a:r>
              <a:rPr dirty="0" smtClean="0" sz="1000" spc="-4">
                <a:latin typeface="Times New Roman"/>
                <a:cs typeface="Times New Roman"/>
              </a:rPr>
              <a:t>c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ra</a:t>
            </a:r>
            <a:r>
              <a:rPr dirty="0" smtClean="0" sz="1000" spc="-9">
                <a:latin typeface="Times New Roman"/>
                <a:cs typeface="Times New Roman"/>
              </a:rPr>
              <a:t> </a:t>
            </a:r>
            <a:r>
              <a:rPr dirty="0" smtClean="0" sz="1000" spc="9">
                <a:latin typeface="Times New Roman"/>
                <a:cs typeface="Times New Roman"/>
              </a:rPr>
              <a:t>p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4">
                <a:latin typeface="Times New Roman"/>
                <a:cs typeface="Times New Roman"/>
              </a:rPr>
              <a:t>r</a:t>
            </a:r>
            <a:r>
              <a:rPr dirty="0" smtClean="0" sz="1000" spc="0">
                <a:latin typeface="Times New Roman"/>
                <a:cs typeface="Times New Roman"/>
              </a:rPr>
              <a:t>a</a:t>
            </a:r>
            <a:r>
              <a:rPr dirty="0" smtClean="0" sz="1000" spc="-4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un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sp</a:t>
            </a:r>
            <a:r>
              <a:rPr dirty="0" smtClean="0" sz="1000" spc="4">
                <a:latin typeface="Times New Roman"/>
                <a:cs typeface="Times New Roman"/>
              </a:rPr>
              <a:t>e</a:t>
            </a:r>
            <a:r>
              <a:rPr dirty="0" smtClean="0" sz="1000" spc="-4">
                <a:latin typeface="Times New Roman"/>
                <a:cs typeface="Times New Roman"/>
              </a:rPr>
              <a:t>c</a:t>
            </a:r>
            <a:r>
              <a:rPr dirty="0" smtClean="0" sz="1000" spc="0">
                <a:latin typeface="Times New Roman"/>
                <a:cs typeface="Times New Roman"/>
              </a:rPr>
              <a:t>to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fo</a:t>
            </a:r>
            <a:r>
              <a:rPr dirty="0" smtClean="0" sz="1000" spc="4">
                <a:latin typeface="Times New Roman"/>
                <a:cs typeface="Times New Roman"/>
              </a:rPr>
              <a:t>r</a:t>
            </a:r>
            <a:r>
              <a:rPr dirty="0" smtClean="0" sz="1000" spc="0">
                <a:latin typeface="Times New Roman"/>
                <a:cs typeface="Times New Roman"/>
              </a:rPr>
              <a:t>mal.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17994" y="4852670"/>
            <a:ext cx="53975" cy="58038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" name="object 6"/>
          <p:cNvSpPr txBox="1"/>
          <p:nvPr/>
        </p:nvSpPr>
        <p:spPr>
          <a:xfrm>
            <a:off x="863600" y="5433059"/>
            <a:ext cx="92392" cy="4775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955992" y="5433059"/>
            <a:ext cx="1169733" cy="4775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  <a:spcBef>
                <a:spcPts val="11"/>
              </a:spcBef>
            </a:pPr>
            <a:endParaRPr sz="1000"/>
          </a:p>
          <a:p>
            <a:pPr marL="369506" marR="389763" algn="ctr">
              <a:lnSpc>
                <a:spcPct val="95825"/>
              </a:lnSpc>
            </a:pPr>
            <a:r>
              <a:rPr dirty="0" smtClean="0" sz="1000" spc="9">
                <a:latin typeface="Times New Roman"/>
                <a:cs typeface="Times New Roman"/>
              </a:rPr>
              <a:t>J</a:t>
            </a:r>
            <a:r>
              <a:rPr dirty="0" smtClean="0" sz="1000" spc="9">
                <a:latin typeface="Times New Roman"/>
                <a:cs typeface="Times New Roman"/>
              </a:rPr>
              <a:t>o</a:t>
            </a:r>
            <a:r>
              <a:rPr dirty="0" smtClean="0" sz="1000" spc="-29">
                <a:latin typeface="Times New Roman"/>
                <a:cs typeface="Times New Roman"/>
              </a:rPr>
              <a:t>y</a:t>
            </a:r>
            <a:r>
              <a:rPr dirty="0" smtClean="0" sz="1000" spc="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ría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25726" y="5433059"/>
            <a:ext cx="2473324" cy="4775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  <a:spcBef>
                <a:spcPts val="11"/>
              </a:spcBef>
            </a:pPr>
            <a:endParaRPr sz="1000"/>
          </a:p>
          <a:p>
            <a:pPr marL="724788">
              <a:lnSpc>
                <a:spcPct val="95825"/>
              </a:lnSpc>
            </a:pPr>
            <a:r>
              <a:rPr dirty="0" smtClean="0" sz="1000" spc="0">
                <a:latin typeface="Times New Roman"/>
                <a:cs typeface="Times New Roman"/>
              </a:rPr>
              <a:t>D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b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4">
                <a:latin typeface="Times New Roman"/>
                <a:cs typeface="Times New Roman"/>
              </a:rPr>
              <a:t>r</a:t>
            </a:r>
            <a:r>
              <a:rPr dirty="0" smtClean="0" sz="1000" spc="0">
                <a:latin typeface="Times New Roman"/>
                <a:cs typeface="Times New Roman"/>
              </a:rPr>
              <a:t>á</a:t>
            </a:r>
            <a:r>
              <a:rPr dirty="0" smtClean="0" sz="1000" spc="-4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s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r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0">
                <a:latin typeface="Times New Roman"/>
                <a:cs typeface="Times New Roman"/>
              </a:rPr>
              <a:t>dis</a:t>
            </a:r>
            <a:r>
              <a:rPr dirty="0" smtClean="0" sz="1000" spc="4">
                <a:latin typeface="Times New Roman"/>
                <a:cs typeface="Times New Roman"/>
              </a:rPr>
              <a:t>c</a:t>
            </a:r>
            <a:r>
              <a:rPr dirty="0" smtClean="0" sz="1000" spc="0">
                <a:latin typeface="Times New Roman"/>
                <a:cs typeface="Times New Roman"/>
              </a:rPr>
              <a:t>r</a:t>
            </a:r>
            <a:r>
              <a:rPr dirty="0" smtClean="0" sz="1000" spc="-4">
                <a:latin typeface="Times New Roman"/>
                <a:cs typeface="Times New Roman"/>
              </a:rPr>
              <a:t>e</a:t>
            </a:r>
            <a:r>
              <a:rPr dirty="0" smtClean="0" sz="1000" spc="0">
                <a:latin typeface="Times New Roman"/>
                <a:cs typeface="Times New Roman"/>
              </a:rPr>
              <a:t>ta.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9050" y="5433059"/>
            <a:ext cx="2218944" cy="4775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  <a:spcBef>
                <a:spcPts val="11"/>
              </a:spcBef>
            </a:pPr>
            <a:endParaRPr sz="1000"/>
          </a:p>
          <a:p>
            <a:pPr marL="754253" marR="776223" algn="ctr">
              <a:lnSpc>
                <a:spcPct val="95825"/>
              </a:lnSpc>
            </a:pPr>
            <a:r>
              <a:rPr dirty="0" smtClean="0" sz="1000" spc="0">
                <a:latin typeface="Times New Roman"/>
                <a:cs typeface="Times New Roman"/>
              </a:rPr>
              <a:t>No</a:t>
            </a:r>
            <a:r>
              <a:rPr dirty="0" smtClean="0" sz="1000" spc="0">
                <a:latin typeface="Times New Roman"/>
                <a:cs typeface="Times New Roman"/>
              </a:rPr>
              <a:t> 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pl</a:t>
            </a:r>
            <a:r>
              <a:rPr dirty="0" smtClean="0" sz="1000" spc="4">
                <a:latin typeface="Times New Roman"/>
                <a:cs typeface="Times New Roman"/>
              </a:rPr>
              <a:t>i</a:t>
            </a:r>
            <a:r>
              <a:rPr dirty="0" smtClean="0" sz="1000" spc="-4">
                <a:latin typeface="Times New Roman"/>
                <a:cs typeface="Times New Roman"/>
              </a:rPr>
              <a:t>c</a:t>
            </a:r>
            <a:r>
              <a:rPr dirty="0" smtClean="0" sz="1000" spc="-4">
                <a:latin typeface="Times New Roman"/>
                <a:cs typeface="Times New Roman"/>
              </a:rPr>
              <a:t>a</a:t>
            </a:r>
            <a:r>
              <a:rPr dirty="0" smtClean="0" sz="1000" spc="0">
                <a:latin typeface="Times New Roman"/>
                <a:cs typeface="Times New Roman"/>
              </a:rPr>
              <a:t>ble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817994" y="5433059"/>
            <a:ext cx="53975" cy="4775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/>
          <p:nvPr/>
        </p:nvSpPr>
        <p:spPr>
          <a:xfrm>
            <a:off x="863600" y="1224915"/>
            <a:ext cx="6008370" cy="0"/>
          </a:xfrm>
          <a:custGeom>
            <a:avLst/>
            <a:gdLst/>
            <a:ahLst/>
            <a:cxnLst/>
            <a:rect l="l" t="t" r="r" b="b"/>
            <a:pathLst>
              <a:path w="6008370" h="0">
                <a:moveTo>
                  <a:pt x="0" y="0"/>
                </a:moveTo>
                <a:lnTo>
                  <a:pt x="600837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615432" y="437490"/>
            <a:ext cx="1261333" cy="508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985"/>
              </a:lnSpc>
              <a:spcBef>
                <a:spcPts val="199"/>
              </a:spcBef>
            </a:pPr>
            <a:r>
              <a:rPr dirty="0" smtClean="0" sz="3800" b="1" i="1">
                <a:latin typeface="Arial"/>
                <a:cs typeface="Arial"/>
              </a:rPr>
              <a:t>ctJn</a:t>
            </a:r>
            <a:r>
              <a:rPr dirty="0" smtClean="0" sz="3800" spc="-869" b="1" i="1">
                <a:latin typeface="Arial"/>
                <a:cs typeface="Arial"/>
              </a:rPr>
              <a:t>u</a:t>
            </a:r>
            <a:r>
              <a:rPr dirty="0" smtClean="0" sz="3800" spc="0" b="1" i="1">
                <a:solidFill>
                  <a:srgbClr val="66A0C3"/>
                </a:solidFill>
                <a:latin typeface="Arial"/>
                <a:cs typeface="Arial"/>
              </a:rPr>
              <a:t>e</a:t>
            </a:r>
            <a:endParaRPr sz="3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49905" y="588449"/>
            <a:ext cx="1673225" cy="5089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530"/>
              </a:lnSpc>
              <a:spcBef>
                <a:spcPts val="76"/>
              </a:spcBef>
            </a:pPr>
            <a:r>
              <a:rPr dirty="0" smtClean="0" sz="1400" spc="0" b="1">
                <a:latin typeface="Times New Roman"/>
                <a:cs typeface="Times New Roman"/>
              </a:rPr>
              <a:t>CHR</a:t>
            </a:r>
            <a:r>
              <a:rPr dirty="0" smtClean="0" sz="1400" spc="-4" b="1">
                <a:latin typeface="Times New Roman"/>
                <a:cs typeface="Times New Roman"/>
              </a:rPr>
              <a:t>I</a:t>
            </a:r>
            <a:r>
              <a:rPr dirty="0" smtClean="0" sz="1400" spc="0" b="1">
                <a:latin typeface="Times New Roman"/>
                <a:cs typeface="Times New Roman"/>
              </a:rPr>
              <a:t>STA</a:t>
            </a:r>
            <a:r>
              <a:rPr dirty="0" smtClean="0" sz="1400" spc="-4" b="1">
                <a:latin typeface="Times New Roman"/>
                <a:cs typeface="Times New Roman"/>
              </a:rPr>
              <a:t>M</a:t>
            </a:r>
            <a:r>
              <a:rPr dirty="0" smtClean="0" sz="1400" spc="0" b="1">
                <a:latin typeface="Times New Roman"/>
                <a:cs typeface="Times New Roman"/>
              </a:rPr>
              <a:t>UN</a:t>
            </a:r>
            <a:r>
              <a:rPr dirty="0" smtClean="0" sz="1400" spc="9" b="1">
                <a:latin typeface="Times New Roman"/>
                <a:cs typeface="Times New Roman"/>
              </a:rPr>
              <a:t> </a:t>
            </a:r>
            <a:r>
              <a:rPr dirty="0" smtClean="0" sz="1400" spc="0" b="1">
                <a:latin typeface="Times New Roman"/>
                <a:cs typeface="Times New Roman"/>
              </a:rPr>
              <a:t>2026</a:t>
            </a:r>
            <a:endParaRPr sz="1400">
              <a:latin typeface="Times New Roman"/>
              <a:cs typeface="Times New Roman"/>
            </a:endParaRPr>
          </a:p>
          <a:p>
            <a:pPr marL="92686" marR="107025" algn="ctr">
              <a:lnSpc>
                <a:spcPct val="101725"/>
              </a:lnSpc>
              <a:spcBef>
                <a:spcPts val="858"/>
              </a:spcBef>
            </a:pP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T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r</a:t>
            </a:r>
            <a:r>
              <a:rPr dirty="0" smtClean="0" sz="1200" spc="4">
                <a:solidFill>
                  <a:srgbClr val="313D4F"/>
                </a:solidFill>
                <a:latin typeface="Calibri"/>
                <a:cs typeface="Calibri"/>
              </a:rPr>
              <a:t>i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nid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a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d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-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B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eni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-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B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o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li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v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ia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83428" y="885674"/>
            <a:ext cx="1249693" cy="1020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dirty="0" smtClean="0" sz="600" i="1">
                <a:solidFill>
                  <a:srgbClr val="66A0C3"/>
                </a:solidFill>
                <a:latin typeface="Arial"/>
                <a:cs typeface="Arial"/>
              </a:rPr>
              <a:t>C</a:t>
            </a:r>
            <a:r>
              <a:rPr dirty="0" smtClean="0" sz="600" i="1">
                <a:solidFill>
                  <a:srgbClr val="7CACCD"/>
                </a:solidFill>
                <a:latin typeface="Arial"/>
                <a:cs typeface="Arial"/>
              </a:rPr>
              <a:t>enlr</a:t>
            </a:r>
            <a:r>
              <a:rPr dirty="0" smtClean="0" sz="600" spc="14" i="1">
                <a:solidFill>
                  <a:srgbClr val="66A0C3"/>
                </a:solidFill>
                <a:latin typeface="Arial"/>
                <a:cs typeface="Arial"/>
              </a:rPr>
              <a:t>o</a:t>
            </a:r>
            <a:r>
              <a:rPr dirty="0" smtClean="0" sz="600" spc="0" i="1">
                <a:solidFill>
                  <a:srgbClr val="66A0C3"/>
                </a:solidFill>
                <a:latin typeface="Times New Roman"/>
                <a:cs typeface="Times New Roman"/>
              </a:rPr>
              <a:t>de</a:t>
            </a:r>
            <a:r>
              <a:rPr dirty="0" smtClean="0" sz="600" spc="-84" i="1">
                <a:solidFill>
                  <a:srgbClr val="66A0C3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Inform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ció</a:t>
            </a:r>
            <a:r>
              <a:rPr dirty="0" smtClean="0" sz="600" spc="-18" i="1">
                <a:solidFill>
                  <a:srgbClr val="7CACCD"/>
                </a:solidFill>
                <a:latin typeface="Arial"/>
                <a:cs typeface="Arial"/>
              </a:rPr>
              <a:t>n</a:t>
            </a:r>
            <a:r>
              <a:rPr dirty="0" smtClean="0" sz="600" spc="0" i="1">
                <a:solidFill>
                  <a:srgbClr val="66A0C3"/>
                </a:solidFill>
                <a:latin typeface="Times New Roman"/>
                <a:cs typeface="Times New Roman"/>
              </a:rPr>
              <a:t>de</a:t>
            </a:r>
            <a:r>
              <a:rPr dirty="0" smtClean="0" sz="600" spc="7" i="1">
                <a:solidFill>
                  <a:srgbClr val="66A0C3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N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cione</a:t>
            </a:r>
            <a:r>
              <a:rPr dirty="0" smtClean="0" sz="600" spc="25" i="1">
                <a:solidFill>
                  <a:srgbClr val="7CACCD"/>
                </a:solidFill>
                <a:latin typeface="Arial"/>
                <a:cs typeface="Arial"/>
              </a:rPr>
              <a:t>s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Un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ida</a:t>
            </a:r>
            <a:r>
              <a:rPr dirty="0" smtClean="0" sz="600" spc="-29" i="1">
                <a:solidFill>
                  <a:srgbClr val="7CACCD"/>
                </a:solidFill>
                <a:latin typeface="Arial"/>
                <a:cs typeface="Arial"/>
              </a:rPr>
              <a:t>s</a:t>
            </a:r>
            <a:r>
              <a:rPr dirty="0" smtClean="0" sz="600" spc="0" i="1">
                <a:solidFill>
                  <a:srgbClr val="2F85BA"/>
                </a:solidFill>
                <a:latin typeface="Arial"/>
                <a:cs typeface="Arial"/>
              </a:rPr>
              <a:t>B</a:t>
            </a:r>
            <a:r>
              <a:rPr dirty="0" smtClean="0" sz="600" spc="0" i="1">
                <a:solidFill>
                  <a:srgbClr val="508CB3"/>
                </a:solidFill>
                <a:latin typeface="Arial"/>
                <a:cs typeface="Arial"/>
              </a:rPr>
              <a:t>o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li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vi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88047" y="1241601"/>
            <a:ext cx="162559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4.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16647" y="1241601"/>
            <a:ext cx="5740664" cy="596201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13586">
              <a:lnSpc>
                <a:spcPts val="1325"/>
              </a:lnSpc>
              <a:spcBef>
                <a:spcPts val="66"/>
              </a:spcBef>
            </a:pPr>
            <a:r>
              <a:rPr dirty="0" smtClean="0" sz="1200" spc="0" b="1">
                <a:latin typeface="Times New Roman"/>
                <a:cs typeface="Times New Roman"/>
              </a:rPr>
              <a:t>C</a:t>
            </a:r>
            <a:r>
              <a:rPr dirty="0" smtClean="0" sz="1200" spc="-4" b="1">
                <a:latin typeface="Times New Roman"/>
                <a:cs typeface="Times New Roman"/>
              </a:rPr>
              <a:t>o</a:t>
            </a:r>
            <a:r>
              <a:rPr dirty="0" smtClean="0" sz="1200" spc="9" b="1">
                <a:latin typeface="Times New Roman"/>
                <a:cs typeface="Times New Roman"/>
              </a:rPr>
              <a:t>m</a:t>
            </a:r>
            <a:r>
              <a:rPr dirty="0" smtClean="0" sz="1200" spc="0" b="1">
                <a:latin typeface="Times New Roman"/>
                <a:cs typeface="Times New Roman"/>
              </a:rPr>
              <a:t>u</a:t>
            </a:r>
            <a:r>
              <a:rPr dirty="0" smtClean="0" sz="1200" spc="4" b="1">
                <a:latin typeface="Times New Roman"/>
                <a:cs typeface="Times New Roman"/>
              </a:rPr>
              <a:t>n</a:t>
            </a:r>
            <a:r>
              <a:rPr dirty="0" smtClean="0" sz="1200" spc="0" b="1">
                <a:latin typeface="Times New Roman"/>
                <a:cs typeface="Times New Roman"/>
              </a:rPr>
              <a:t>i</a:t>
            </a:r>
            <a:r>
              <a:rPr dirty="0" smtClean="0" sz="1200" spc="-4" b="1">
                <a:latin typeface="Times New Roman"/>
                <a:cs typeface="Times New Roman"/>
              </a:rPr>
              <a:t>c</a:t>
            </a:r>
            <a:r>
              <a:rPr dirty="0" smtClean="0" sz="1200" spc="0" b="1">
                <a:latin typeface="Times New Roman"/>
                <a:cs typeface="Times New Roman"/>
              </a:rPr>
              <a:t>ac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ón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entre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de</a:t>
            </a:r>
            <a:r>
              <a:rPr dirty="0" smtClean="0" sz="1200" spc="-4" b="1">
                <a:latin typeface="Times New Roman"/>
                <a:cs typeface="Times New Roman"/>
              </a:rPr>
              <a:t>l</a:t>
            </a:r>
            <a:r>
              <a:rPr dirty="0" smtClean="0" sz="1200" spc="0" b="1">
                <a:latin typeface="Times New Roman"/>
                <a:cs typeface="Times New Roman"/>
              </a:rPr>
              <a:t>egados:</a:t>
            </a:r>
            <a:r>
              <a:rPr dirty="0" smtClean="0" sz="1200" spc="4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Queda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proh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b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da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dist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endParaRPr sz="1200">
              <a:latin typeface="Times New Roman"/>
              <a:cs typeface="Times New Roman"/>
            </a:endParaRPr>
          </a:p>
          <a:p>
            <a:pPr marL="12700" marR="513715">
              <a:lnSpc>
                <a:spcPts val="1379"/>
              </a:lnSpc>
              <a:spcBef>
                <a:spcPts val="614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nes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duran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sesion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dentro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9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to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ada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órgano.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Podr</a:t>
            </a:r>
            <a:r>
              <a:rPr dirty="0" smtClean="0" sz="1200" spc="4">
                <a:latin typeface="Times New Roman"/>
                <a:cs typeface="Times New Roman"/>
              </a:rPr>
              <a:t>á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513715">
              <a:lnSpc>
                <a:spcPts val="1379"/>
              </a:lnSpc>
              <a:spcBef>
                <a:spcPts val="688"/>
              </a:spcBef>
            </a:pP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rse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ensajes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rav</a:t>
            </a:r>
            <a:r>
              <a:rPr dirty="0" smtClean="0" sz="1200" spc="-4">
                <a:latin typeface="Times New Roman"/>
                <a:cs typeface="Times New Roman"/>
              </a:rPr>
              <a:t>é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pajes,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presid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pe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a.</a:t>
            </a:r>
            <a:endParaRPr sz="1200">
              <a:latin typeface="Times New Roman"/>
              <a:cs typeface="Times New Roman"/>
            </a:endParaRPr>
          </a:p>
          <a:p>
            <a:pPr marL="12700" marR="12280">
              <a:lnSpc>
                <a:spcPts val="1392"/>
              </a:lnSpc>
              <a:spcBef>
                <a:spcPts val="713"/>
              </a:spcBef>
            </a:pPr>
            <a:r>
              <a:rPr dirty="0" smtClean="0" sz="1200" spc="0" b="1">
                <a:latin typeface="Times New Roman"/>
                <a:cs typeface="Times New Roman"/>
              </a:rPr>
              <a:t>A</a:t>
            </a:r>
            <a:r>
              <a:rPr dirty="0" smtClean="0" sz="1200" spc="4" b="1">
                <a:latin typeface="Times New Roman"/>
                <a:cs typeface="Times New Roman"/>
              </a:rPr>
              <a:t>b</a:t>
            </a:r>
            <a:r>
              <a:rPr dirty="0" smtClean="0" sz="1200" spc="0" b="1">
                <a:latin typeface="Times New Roman"/>
                <a:cs typeface="Times New Roman"/>
              </a:rPr>
              <a:t>an</a:t>
            </a:r>
            <a:r>
              <a:rPr dirty="0" smtClean="0" sz="1200" spc="4" b="1">
                <a:latin typeface="Times New Roman"/>
                <a:cs typeface="Times New Roman"/>
              </a:rPr>
              <a:t>d</a:t>
            </a:r>
            <a:r>
              <a:rPr dirty="0" smtClean="0" sz="1200" spc="0" b="1">
                <a:latin typeface="Times New Roman"/>
                <a:cs typeface="Times New Roman"/>
              </a:rPr>
              <a:t>onar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la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sa</a:t>
            </a:r>
            <a:r>
              <a:rPr dirty="0" smtClean="0" sz="1200" spc="-4" b="1">
                <a:latin typeface="Times New Roman"/>
                <a:cs typeface="Times New Roman"/>
              </a:rPr>
              <a:t>l</a:t>
            </a:r>
            <a:r>
              <a:rPr dirty="0" smtClean="0" sz="1200" spc="0" b="1">
                <a:latin typeface="Times New Roman"/>
                <a:cs typeface="Times New Roman"/>
              </a:rPr>
              <a:t>a:</a:t>
            </a:r>
            <a:r>
              <a:rPr dirty="0" smtClean="0" sz="1200" spc="-4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drán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bandon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órgano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uen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12280">
              <a:lnSpc>
                <a:spcPts val="1379"/>
              </a:lnSpc>
              <a:spcBef>
                <a:spcPts val="69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sesión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esi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ad,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podrá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arse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entán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12280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fo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ando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v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sa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esa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pap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sa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12280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deja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rep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esenta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órgano,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ste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berá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dejar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aqu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ta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12280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vo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esa,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cu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vu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orno.</a:t>
            </a:r>
            <a:endParaRPr sz="1200">
              <a:latin typeface="Times New Roman"/>
              <a:cs typeface="Times New Roman"/>
            </a:endParaRPr>
          </a:p>
          <a:p>
            <a:pPr marL="12700" marR="526008">
              <a:lnSpc>
                <a:spcPts val="1392"/>
              </a:lnSpc>
              <a:spcBef>
                <a:spcPts val="714"/>
              </a:spcBef>
            </a:pPr>
            <a:r>
              <a:rPr dirty="0" smtClean="0" sz="1200" spc="0" b="1">
                <a:latin typeface="Times New Roman"/>
                <a:cs typeface="Times New Roman"/>
              </a:rPr>
              <a:t>Punt</a:t>
            </a:r>
            <a:r>
              <a:rPr dirty="0" smtClean="0" sz="1200" spc="4" b="1">
                <a:latin typeface="Times New Roman"/>
                <a:cs typeface="Times New Roman"/>
              </a:rPr>
              <a:t>u</a:t>
            </a:r>
            <a:r>
              <a:rPr dirty="0" smtClean="0" sz="1200" spc="0" b="1">
                <a:latin typeface="Times New Roman"/>
                <a:cs typeface="Times New Roman"/>
              </a:rPr>
              <a:t>a</a:t>
            </a:r>
            <a:r>
              <a:rPr dirty="0" smtClean="0" sz="1200" spc="-4" b="1">
                <a:latin typeface="Times New Roman"/>
                <a:cs typeface="Times New Roman"/>
              </a:rPr>
              <a:t>l</a:t>
            </a:r>
            <a:r>
              <a:rPr dirty="0" smtClean="0" sz="1200" spc="0" b="1">
                <a:latin typeface="Times New Roman"/>
                <a:cs typeface="Times New Roman"/>
              </a:rPr>
              <a:t>idad:</a:t>
            </a:r>
            <a:r>
              <a:rPr dirty="0" smtClean="0" sz="1200" spc="4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horar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fijados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ité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organ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z</a:t>
            </a:r>
            <a:r>
              <a:rPr dirty="0" smtClean="0" sz="1200" spc="0">
                <a:latin typeface="Times New Roman"/>
                <a:cs typeface="Times New Roman"/>
              </a:rPr>
              <a:t>ador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lo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deb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rán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526008">
              <a:lnSpc>
                <a:spcPts val="1379"/>
              </a:lnSpc>
              <a:spcBef>
                <a:spcPts val="697"/>
              </a:spcBef>
            </a:pPr>
            <a:r>
              <a:rPr dirty="0" smtClean="0" sz="1200" spc="0">
                <a:latin typeface="Times New Roman"/>
                <a:cs typeface="Times New Roman"/>
              </a:rPr>
              <a:t>respe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ados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estr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ta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g</a:t>
            </a:r>
            <a:r>
              <a:rPr dirty="0" smtClean="0" sz="1200" spc="0">
                <a:latin typeface="Times New Roman"/>
                <a:cs typeface="Times New Roman"/>
              </a:rPr>
              <a:t>ado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nc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ta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siones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526008">
              <a:lnSpc>
                <a:spcPts val="1379"/>
              </a:lnSpc>
              <a:spcBef>
                <a:spcPts val="691"/>
              </a:spcBef>
            </a:pP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onest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do.</a:t>
            </a:r>
            <a:endParaRPr sz="1200">
              <a:latin typeface="Times New Roman"/>
              <a:cs typeface="Times New Roman"/>
            </a:endParaRPr>
          </a:p>
          <a:p>
            <a:pPr marL="12700" marR="31623">
              <a:lnSpc>
                <a:spcPts val="1392"/>
              </a:lnSpc>
              <a:spcBef>
                <a:spcPts val="716"/>
              </a:spcBef>
            </a:pPr>
            <a:r>
              <a:rPr dirty="0" smtClean="0" sz="1200" spc="0" b="1">
                <a:latin typeface="Times New Roman"/>
                <a:cs typeface="Times New Roman"/>
              </a:rPr>
              <a:t>Arte</a:t>
            </a:r>
            <a:r>
              <a:rPr dirty="0" smtClean="0" sz="1200" spc="4" b="1">
                <a:latin typeface="Times New Roman"/>
                <a:cs typeface="Times New Roman"/>
              </a:rPr>
              <a:t>f</a:t>
            </a:r>
            <a:r>
              <a:rPr dirty="0" smtClean="0" sz="1200" spc="0" b="1">
                <a:latin typeface="Times New Roman"/>
                <a:cs typeface="Times New Roman"/>
              </a:rPr>
              <a:t>actos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e</a:t>
            </a:r>
            <a:r>
              <a:rPr dirty="0" smtClean="0" sz="1200" spc="-4" b="1">
                <a:latin typeface="Times New Roman"/>
                <a:cs typeface="Times New Roman"/>
              </a:rPr>
              <a:t>l</a:t>
            </a:r>
            <a:r>
              <a:rPr dirty="0" smtClean="0" sz="1200" spc="0" b="1">
                <a:latin typeface="Times New Roman"/>
                <a:cs typeface="Times New Roman"/>
              </a:rPr>
              <a:t>e</a:t>
            </a:r>
            <a:r>
              <a:rPr dirty="0" smtClean="0" sz="1200" spc="-4" b="1">
                <a:latin typeface="Times New Roman"/>
                <a:cs typeface="Times New Roman"/>
              </a:rPr>
              <a:t>c</a:t>
            </a:r>
            <a:r>
              <a:rPr dirty="0" smtClean="0" sz="1200" spc="0" b="1">
                <a:latin typeface="Times New Roman"/>
                <a:cs typeface="Times New Roman"/>
              </a:rPr>
              <a:t>tróni</a:t>
            </a:r>
            <a:r>
              <a:rPr dirty="0" smtClean="0" sz="1200" spc="-4" b="1">
                <a:latin typeface="Times New Roman"/>
                <a:cs typeface="Times New Roman"/>
              </a:rPr>
              <a:t>c</a:t>
            </a:r>
            <a:r>
              <a:rPr dirty="0" smtClean="0" sz="1200" spc="0" b="1">
                <a:latin typeface="Times New Roman"/>
                <a:cs typeface="Times New Roman"/>
              </a:rPr>
              <a:t>os:</a:t>
            </a:r>
            <a:r>
              <a:rPr dirty="0" smtClean="0" sz="1200" spc="9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Queda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proh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b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uso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f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ró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sesi</a:t>
            </a:r>
            <a:r>
              <a:rPr dirty="0" smtClean="0" sz="1200" spc="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form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31623">
              <a:lnSpc>
                <a:spcPts val="1379"/>
              </a:lnSpc>
              <a:spcBef>
                <a:spcPts val="69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Ex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ep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uando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contr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rio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onest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re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 marR="236042">
              <a:lnSpc>
                <a:spcPts val="1392"/>
              </a:lnSpc>
              <a:spcBef>
                <a:spcPts val="714"/>
              </a:spcBef>
            </a:pPr>
            <a:r>
              <a:rPr dirty="0" smtClean="0" sz="1200" spc="0" b="1">
                <a:latin typeface="Times New Roman"/>
                <a:cs typeface="Times New Roman"/>
              </a:rPr>
              <a:t>Co</a:t>
            </a:r>
            <a:r>
              <a:rPr dirty="0" smtClean="0" sz="1200" spc="4" b="1">
                <a:latin typeface="Times New Roman"/>
                <a:cs typeface="Times New Roman"/>
              </a:rPr>
              <a:t>n</a:t>
            </a:r>
            <a:r>
              <a:rPr dirty="0" smtClean="0" sz="1200" spc="0" b="1">
                <a:latin typeface="Times New Roman"/>
                <a:cs typeface="Times New Roman"/>
              </a:rPr>
              <a:t>tacto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-4" b="1">
                <a:latin typeface="Times New Roman"/>
                <a:cs typeface="Times New Roman"/>
              </a:rPr>
              <a:t>e</a:t>
            </a:r>
            <a:r>
              <a:rPr dirty="0" smtClean="0" sz="1200" spc="0" b="1">
                <a:latin typeface="Times New Roman"/>
                <a:cs typeface="Times New Roman"/>
              </a:rPr>
              <a:t>ntre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prof</a:t>
            </a:r>
            <a:r>
              <a:rPr dirty="0" smtClean="0" sz="1200" spc="-4" b="1">
                <a:latin typeface="Times New Roman"/>
                <a:cs typeface="Times New Roman"/>
              </a:rPr>
              <a:t>e</a:t>
            </a:r>
            <a:r>
              <a:rPr dirty="0" smtClean="0" sz="1200" spc="0" b="1">
                <a:latin typeface="Times New Roman"/>
                <a:cs typeface="Times New Roman"/>
              </a:rPr>
              <a:t>sor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y</a:t>
            </a:r>
            <a:r>
              <a:rPr dirty="0" smtClean="0" sz="1200" spc="9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de</a:t>
            </a:r>
            <a:r>
              <a:rPr dirty="0" smtClean="0" sz="1200" spc="-4" b="1">
                <a:latin typeface="Times New Roman"/>
                <a:cs typeface="Times New Roman"/>
              </a:rPr>
              <a:t>l</a:t>
            </a:r>
            <a:r>
              <a:rPr dirty="0" smtClean="0" sz="1200" spc="0" b="1">
                <a:latin typeface="Times New Roman"/>
                <a:cs typeface="Times New Roman"/>
              </a:rPr>
              <a:t>egado</a:t>
            </a:r>
            <a:r>
              <a:rPr dirty="0" smtClean="0" sz="1200" spc="9" b="1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: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está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pe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to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tre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profes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res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/u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236042">
              <a:lnSpc>
                <a:spcPts val="1379"/>
              </a:lnSpc>
              <a:spcBef>
                <a:spcPts val="69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observador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dos,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durante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desarro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lo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v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dad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236042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órganos,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duran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esion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s,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stas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ales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nform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s;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poco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236042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pe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itido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g</a:t>
            </a:r>
            <a:r>
              <a:rPr dirty="0" smtClean="0" sz="1200" spc="0">
                <a:latin typeface="Times New Roman"/>
                <a:cs typeface="Times New Roman"/>
              </a:rPr>
              <a:t>ún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po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14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ri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tre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estos.</a:t>
            </a:r>
            <a:endParaRPr sz="1200">
              <a:latin typeface="Times New Roman"/>
              <a:cs typeface="Times New Roman"/>
            </a:endParaRPr>
          </a:p>
          <a:p>
            <a:pPr marL="12700" marR="523875">
              <a:lnSpc>
                <a:spcPts val="1392"/>
              </a:lnSpc>
              <a:spcBef>
                <a:spcPts val="714"/>
              </a:spcBef>
            </a:pPr>
            <a:r>
              <a:rPr dirty="0" smtClean="0" sz="1200" spc="0" b="1">
                <a:latin typeface="Times New Roman"/>
                <a:cs typeface="Times New Roman"/>
              </a:rPr>
              <a:t>A</a:t>
            </a:r>
            <a:r>
              <a:rPr dirty="0" smtClean="0" sz="1200" spc="4" b="1">
                <a:latin typeface="Times New Roman"/>
                <a:cs typeface="Times New Roman"/>
              </a:rPr>
              <a:t>u</a:t>
            </a:r>
            <a:r>
              <a:rPr dirty="0" smtClean="0" sz="1200" spc="0" b="1">
                <a:latin typeface="Times New Roman"/>
                <a:cs typeface="Times New Roman"/>
              </a:rPr>
              <a:t>sencias: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dos,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profesor,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doc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ás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par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pa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523875">
              <a:lnSpc>
                <a:spcPts val="1379"/>
              </a:lnSpc>
              <a:spcBef>
                <a:spcPts val="69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ob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g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9">
                <a:latin typeface="Times New Roman"/>
                <a:cs typeface="Times New Roman"/>
              </a:rPr>
              <a:t>b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ci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don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será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z</a:t>
            </a:r>
            <a:r>
              <a:rPr dirty="0" smtClean="0" sz="1200" spc="0">
                <a:latin typeface="Times New Roman"/>
                <a:cs typeface="Times New Roman"/>
              </a:rPr>
              <a:t>ado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ra:</a:t>
            </a:r>
            <a:endParaRPr sz="1200">
              <a:latin typeface="Times New Roman"/>
              <a:cs typeface="Times New Roman"/>
            </a:endParaRPr>
          </a:p>
          <a:p>
            <a:pPr marL="241236" indent="-228536">
              <a:lnSpc>
                <a:spcPts val="1393"/>
              </a:lnSpc>
              <a:spcBef>
                <a:spcPts val="717"/>
              </a:spcBef>
              <a:tabLst>
                <a:tab pos="228600" algn="l"/>
              </a:tabLst>
            </a:pPr>
            <a:r>
              <a:rPr dirty="0" smtClean="0" sz="1200" spc="0">
                <a:latin typeface="Arial"/>
                <a:cs typeface="Arial"/>
              </a:rPr>
              <a:t>•	</a:t>
            </a:r>
            <a:r>
              <a:rPr dirty="0" smtClean="0" sz="1200" spc="0">
                <a:latin typeface="Times New Roman"/>
                <a:cs typeface="Times New Roman"/>
              </a:rPr>
              <a:t>Cu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act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v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dad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progr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as.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nc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ta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</a:t>
            </a:r>
            <a:r>
              <a:rPr dirty="0" smtClean="0" sz="1200" spc="-4">
                <a:latin typeface="Times New Roman"/>
                <a:cs typeface="Times New Roman"/>
              </a:rPr>
              <a:t>á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236">
              <a:lnSpc>
                <a:spcPts val="1379"/>
              </a:lnSpc>
              <a:spcBef>
                <a:spcPts val="695"/>
              </a:spcBef>
              <a:tabLst>
                <a:tab pos="228600" algn="l"/>
              </a:tabLst>
            </a:pP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onest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re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;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aso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profesores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doc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ás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236">
              <a:lnSpc>
                <a:spcPts val="1379"/>
              </a:lnSpc>
              <a:spcBef>
                <a:spcPts val="688"/>
              </a:spcBef>
              <a:tabLst>
                <a:tab pos="228600" algn="l"/>
              </a:tabLst>
            </a:pPr>
            <a:r>
              <a:rPr dirty="0" smtClean="0" sz="1200" spc="0">
                <a:latin typeface="Times New Roman"/>
                <a:cs typeface="Times New Roman"/>
              </a:rPr>
              <a:t>au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orid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so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rán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usent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usas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fu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rza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14">
                <a:latin typeface="Times New Roman"/>
                <a:cs typeface="Times New Roman"/>
              </a:rPr>
              <a:t>a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or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v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av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so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endParaRPr sz="1200">
              <a:latin typeface="Times New Roman"/>
              <a:cs typeface="Times New Roman"/>
            </a:endParaRPr>
          </a:p>
          <a:p>
            <a:pPr marL="241236" marR="13586">
              <a:lnSpc>
                <a:spcPct val="95825"/>
              </a:lnSpc>
              <a:spcBef>
                <a:spcPts val="713"/>
              </a:spcBef>
            </a:pP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bros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9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té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organ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z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8047" y="2029001"/>
            <a:ext cx="162559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5.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8047" y="3343451"/>
            <a:ext cx="162559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6.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8047" y="4132502"/>
            <a:ext cx="162559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7.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8047" y="4658282"/>
            <a:ext cx="162559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8.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8047" y="5709842"/>
            <a:ext cx="162559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9.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8047" y="7288706"/>
            <a:ext cx="5778840" cy="175552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13586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10.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Est</a:t>
            </a:r>
            <a:r>
              <a:rPr dirty="0" smtClean="0" sz="1200" spc="4" b="1">
                <a:latin typeface="Times New Roman"/>
                <a:cs typeface="Times New Roman"/>
              </a:rPr>
              <a:t>u</a:t>
            </a:r>
            <a:r>
              <a:rPr dirty="0" smtClean="0" sz="1200" spc="0" b="1">
                <a:latin typeface="Times New Roman"/>
                <a:cs typeface="Times New Roman"/>
              </a:rPr>
              <a:t>p</a:t>
            </a:r>
            <a:r>
              <a:rPr dirty="0" smtClean="0" sz="1200" spc="-9" b="1">
                <a:latin typeface="Times New Roman"/>
                <a:cs typeface="Times New Roman"/>
              </a:rPr>
              <a:t>e</a:t>
            </a:r>
            <a:r>
              <a:rPr dirty="0" smtClean="0" sz="1200" spc="9" b="1">
                <a:latin typeface="Times New Roman"/>
                <a:cs typeface="Times New Roman"/>
              </a:rPr>
              <a:t>f</a:t>
            </a:r>
            <a:r>
              <a:rPr dirty="0" smtClean="0" sz="1200" spc="0" b="1">
                <a:latin typeface="Times New Roman"/>
                <a:cs typeface="Times New Roman"/>
              </a:rPr>
              <a:t>ac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entes: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podr</a:t>
            </a:r>
            <a:r>
              <a:rPr dirty="0" smtClean="0" sz="1200" spc="9">
                <a:latin typeface="Times New Roman"/>
                <a:cs typeface="Times New Roman"/>
              </a:rPr>
              <a:t>á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b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ber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entro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ts val="1379"/>
              </a:lnSpc>
              <a:spcBef>
                <a:spcPts val="624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fer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órganos.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podrán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nger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b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b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das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coh</a:t>
            </a:r>
            <a:r>
              <a:rPr dirty="0" smtClean="0" sz="1200" spc="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f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dur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ts val="1379"/>
              </a:lnSpc>
              <a:spcBef>
                <a:spcPts val="691"/>
              </a:spcBef>
            </a:pPr>
            <a:r>
              <a:rPr dirty="0" smtClean="0" sz="1200" spc="0">
                <a:latin typeface="Times New Roman"/>
                <a:cs typeface="Times New Roman"/>
              </a:rPr>
              <a:t>presid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esa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secr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ará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parti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p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gados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ts val="1379"/>
              </a:lnSpc>
              <a:spcBef>
                <a:spcPts val="691"/>
              </a:spcBef>
            </a:pPr>
            <a:r>
              <a:rPr dirty="0" smtClean="0" sz="1200" spc="0">
                <a:latin typeface="Times New Roman"/>
                <a:cs typeface="Times New Roman"/>
              </a:rPr>
              <a:t>este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4">
                <a:latin typeface="Times New Roman"/>
                <a:cs typeface="Times New Roman"/>
              </a:rPr>
              <a:t>í</a:t>
            </a:r>
            <a:r>
              <a:rPr dirty="0" smtClean="0" sz="1200" spc="0">
                <a:latin typeface="Times New Roman"/>
                <a:cs typeface="Times New Roman"/>
              </a:rPr>
              <a:t>cu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o;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doc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profesores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án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ts val="1379"/>
              </a:lnSpc>
              <a:spcBef>
                <a:spcPts val="691"/>
              </a:spcBef>
            </a:pPr>
            <a:r>
              <a:rPr dirty="0" smtClean="0" sz="1200" spc="0">
                <a:latin typeface="Times New Roman"/>
                <a:cs typeface="Times New Roman"/>
              </a:rPr>
              <a:t>su</a:t>
            </a:r>
            <a:r>
              <a:rPr dirty="0" smtClean="0" sz="1200" spc="4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pend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dos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pso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día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(24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horas).</a:t>
            </a:r>
            <a:endParaRPr sz="1200">
              <a:latin typeface="Times New Roman"/>
              <a:cs typeface="Times New Roman"/>
            </a:endParaRPr>
          </a:p>
          <a:p>
            <a:pPr marL="12700" marR="13586">
              <a:lnSpc>
                <a:spcPct val="95825"/>
              </a:lnSpc>
              <a:spcBef>
                <a:spcPts val="71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11.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Residuo</a:t>
            </a:r>
            <a:r>
              <a:rPr dirty="0" smtClean="0" sz="1200" spc="4" b="1">
                <a:latin typeface="Times New Roman"/>
                <a:cs typeface="Times New Roman"/>
              </a:rPr>
              <a:t>s</a:t>
            </a:r>
            <a:r>
              <a:rPr dirty="0" smtClean="0" sz="1200" spc="0" b="1">
                <a:latin typeface="Times New Roman"/>
                <a:cs typeface="Times New Roman"/>
              </a:rPr>
              <a:t>:</a:t>
            </a:r>
            <a:r>
              <a:rPr dirty="0" smtClean="0" sz="1200" spc="4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nan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prohi</a:t>
            </a:r>
            <a:r>
              <a:rPr dirty="0" smtClean="0" sz="1200" spc="4">
                <a:latin typeface="Times New Roman"/>
                <a:cs typeface="Times New Roman"/>
              </a:rPr>
              <a:t>b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arro</a:t>
            </a:r>
            <a:r>
              <a:rPr dirty="0" smtClean="0" sz="1200" spc="4">
                <a:latin typeface="Times New Roman"/>
                <a:cs typeface="Times New Roman"/>
              </a:rPr>
              <a:t>j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siduos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fuera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luga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in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dos</a:t>
            </a:r>
            <a:endParaRPr sz="1200">
              <a:latin typeface="Times New Roman"/>
              <a:cs typeface="Times New Roman"/>
            </a:endParaRPr>
          </a:p>
          <a:p>
            <a:pPr marL="241300" marR="13586">
              <a:lnSpc>
                <a:spcPct val="95825"/>
              </a:lnSpc>
              <a:spcBef>
                <a:spcPts val="690"/>
              </a:spcBef>
            </a:pPr>
            <a:r>
              <a:rPr dirty="0" smtClean="0" sz="1200" spc="0">
                <a:latin typeface="Times New Roman"/>
                <a:cs typeface="Times New Roman"/>
              </a:rPr>
              <a:t>para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.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Todos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par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ici</a:t>
            </a:r>
            <a:r>
              <a:rPr dirty="0" smtClean="0" sz="1200" spc="-4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4">
                <a:latin typeface="Times New Roman"/>
                <a:cs typeface="Times New Roman"/>
              </a:rPr>
              <a:t>b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eposi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b</a:t>
            </a:r>
            <a:r>
              <a:rPr dirty="0" smtClean="0" sz="1200" spc="0">
                <a:latin typeface="Times New Roman"/>
                <a:cs typeface="Times New Roman"/>
              </a:rPr>
              <a:t>asura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63600" y="1085215"/>
            <a:ext cx="600837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863600" y="1224915"/>
            <a:ext cx="6008370" cy="0"/>
          </a:xfrm>
          <a:custGeom>
            <a:avLst/>
            <a:gdLst/>
            <a:ahLst/>
            <a:cxnLst/>
            <a:rect l="l" t="t" r="r" b="b"/>
            <a:pathLst>
              <a:path w="6008370" h="0">
                <a:moveTo>
                  <a:pt x="0" y="0"/>
                </a:moveTo>
                <a:lnTo>
                  <a:pt x="600837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615432" y="437490"/>
            <a:ext cx="1261333" cy="508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985"/>
              </a:lnSpc>
              <a:spcBef>
                <a:spcPts val="199"/>
              </a:spcBef>
            </a:pPr>
            <a:r>
              <a:rPr dirty="0" smtClean="0" sz="3800" b="1" i="1">
                <a:latin typeface="Arial"/>
                <a:cs typeface="Arial"/>
              </a:rPr>
              <a:t>ctJn</a:t>
            </a:r>
            <a:r>
              <a:rPr dirty="0" smtClean="0" sz="3800" spc="-869" b="1" i="1">
                <a:latin typeface="Arial"/>
                <a:cs typeface="Arial"/>
              </a:rPr>
              <a:t>u</a:t>
            </a:r>
            <a:r>
              <a:rPr dirty="0" smtClean="0" sz="3800" spc="0" b="1" i="1">
                <a:solidFill>
                  <a:srgbClr val="66A0C3"/>
                </a:solidFill>
                <a:latin typeface="Arial"/>
                <a:cs typeface="Arial"/>
              </a:rPr>
              <a:t>e</a:t>
            </a:r>
            <a:endParaRPr sz="3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49905" y="588449"/>
            <a:ext cx="1673225" cy="5089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530"/>
              </a:lnSpc>
              <a:spcBef>
                <a:spcPts val="76"/>
              </a:spcBef>
            </a:pPr>
            <a:r>
              <a:rPr dirty="0" smtClean="0" sz="1400" spc="0" b="1">
                <a:latin typeface="Times New Roman"/>
                <a:cs typeface="Times New Roman"/>
              </a:rPr>
              <a:t>CHR</a:t>
            </a:r>
            <a:r>
              <a:rPr dirty="0" smtClean="0" sz="1400" spc="-4" b="1">
                <a:latin typeface="Times New Roman"/>
                <a:cs typeface="Times New Roman"/>
              </a:rPr>
              <a:t>I</a:t>
            </a:r>
            <a:r>
              <a:rPr dirty="0" smtClean="0" sz="1400" spc="0" b="1">
                <a:latin typeface="Times New Roman"/>
                <a:cs typeface="Times New Roman"/>
              </a:rPr>
              <a:t>STA</a:t>
            </a:r>
            <a:r>
              <a:rPr dirty="0" smtClean="0" sz="1400" spc="-4" b="1">
                <a:latin typeface="Times New Roman"/>
                <a:cs typeface="Times New Roman"/>
              </a:rPr>
              <a:t>M</a:t>
            </a:r>
            <a:r>
              <a:rPr dirty="0" smtClean="0" sz="1400" spc="0" b="1">
                <a:latin typeface="Times New Roman"/>
                <a:cs typeface="Times New Roman"/>
              </a:rPr>
              <a:t>UN</a:t>
            </a:r>
            <a:r>
              <a:rPr dirty="0" smtClean="0" sz="1400" spc="9" b="1">
                <a:latin typeface="Times New Roman"/>
                <a:cs typeface="Times New Roman"/>
              </a:rPr>
              <a:t> </a:t>
            </a:r>
            <a:r>
              <a:rPr dirty="0" smtClean="0" sz="1400" spc="0" b="1">
                <a:latin typeface="Times New Roman"/>
                <a:cs typeface="Times New Roman"/>
              </a:rPr>
              <a:t>2026</a:t>
            </a:r>
            <a:endParaRPr sz="1400">
              <a:latin typeface="Times New Roman"/>
              <a:cs typeface="Times New Roman"/>
            </a:endParaRPr>
          </a:p>
          <a:p>
            <a:pPr marL="92686" marR="107025" algn="ctr">
              <a:lnSpc>
                <a:spcPct val="101725"/>
              </a:lnSpc>
              <a:spcBef>
                <a:spcPts val="858"/>
              </a:spcBef>
            </a:pP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T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r</a:t>
            </a:r>
            <a:r>
              <a:rPr dirty="0" smtClean="0" sz="1200" spc="4">
                <a:solidFill>
                  <a:srgbClr val="313D4F"/>
                </a:solidFill>
                <a:latin typeface="Calibri"/>
                <a:cs typeface="Calibri"/>
              </a:rPr>
              <a:t>i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nid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a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d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-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B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eni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-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B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o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li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v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ia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83428" y="885674"/>
            <a:ext cx="1249693" cy="1020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dirty="0" smtClean="0" sz="600" i="1">
                <a:solidFill>
                  <a:srgbClr val="66A0C3"/>
                </a:solidFill>
                <a:latin typeface="Arial"/>
                <a:cs typeface="Arial"/>
              </a:rPr>
              <a:t>C</a:t>
            </a:r>
            <a:r>
              <a:rPr dirty="0" smtClean="0" sz="600" i="1">
                <a:solidFill>
                  <a:srgbClr val="7CACCD"/>
                </a:solidFill>
                <a:latin typeface="Arial"/>
                <a:cs typeface="Arial"/>
              </a:rPr>
              <a:t>enlr</a:t>
            </a:r>
            <a:r>
              <a:rPr dirty="0" smtClean="0" sz="600" spc="14" i="1">
                <a:solidFill>
                  <a:srgbClr val="66A0C3"/>
                </a:solidFill>
                <a:latin typeface="Arial"/>
                <a:cs typeface="Arial"/>
              </a:rPr>
              <a:t>o</a:t>
            </a:r>
            <a:r>
              <a:rPr dirty="0" smtClean="0" sz="600" spc="0" i="1">
                <a:solidFill>
                  <a:srgbClr val="66A0C3"/>
                </a:solidFill>
                <a:latin typeface="Times New Roman"/>
                <a:cs typeface="Times New Roman"/>
              </a:rPr>
              <a:t>de</a:t>
            </a:r>
            <a:r>
              <a:rPr dirty="0" smtClean="0" sz="600" spc="-84" i="1">
                <a:solidFill>
                  <a:srgbClr val="66A0C3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Inform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ció</a:t>
            </a:r>
            <a:r>
              <a:rPr dirty="0" smtClean="0" sz="600" spc="-18" i="1">
                <a:solidFill>
                  <a:srgbClr val="7CACCD"/>
                </a:solidFill>
                <a:latin typeface="Arial"/>
                <a:cs typeface="Arial"/>
              </a:rPr>
              <a:t>n</a:t>
            </a:r>
            <a:r>
              <a:rPr dirty="0" smtClean="0" sz="600" spc="0" i="1">
                <a:solidFill>
                  <a:srgbClr val="66A0C3"/>
                </a:solidFill>
                <a:latin typeface="Times New Roman"/>
                <a:cs typeface="Times New Roman"/>
              </a:rPr>
              <a:t>de</a:t>
            </a:r>
            <a:r>
              <a:rPr dirty="0" smtClean="0" sz="600" spc="7" i="1">
                <a:solidFill>
                  <a:srgbClr val="66A0C3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N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cione</a:t>
            </a:r>
            <a:r>
              <a:rPr dirty="0" smtClean="0" sz="600" spc="25" i="1">
                <a:solidFill>
                  <a:srgbClr val="7CACCD"/>
                </a:solidFill>
                <a:latin typeface="Arial"/>
                <a:cs typeface="Arial"/>
              </a:rPr>
              <a:t>s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Un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ida</a:t>
            </a:r>
            <a:r>
              <a:rPr dirty="0" smtClean="0" sz="600" spc="-29" i="1">
                <a:solidFill>
                  <a:srgbClr val="7CACCD"/>
                </a:solidFill>
                <a:latin typeface="Arial"/>
                <a:cs typeface="Arial"/>
              </a:rPr>
              <a:t>s</a:t>
            </a:r>
            <a:r>
              <a:rPr dirty="0" smtClean="0" sz="600" spc="0" i="1">
                <a:solidFill>
                  <a:srgbClr val="2F85BA"/>
                </a:solidFill>
                <a:latin typeface="Arial"/>
                <a:cs typeface="Arial"/>
              </a:rPr>
              <a:t>B</a:t>
            </a:r>
            <a:r>
              <a:rPr dirty="0" smtClean="0" sz="600" spc="0" i="1">
                <a:solidFill>
                  <a:srgbClr val="508CB3"/>
                </a:solidFill>
                <a:latin typeface="Arial"/>
                <a:cs typeface="Arial"/>
              </a:rPr>
              <a:t>o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li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vi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8047" y="1241601"/>
            <a:ext cx="6018034" cy="543496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41300" marR="22859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corr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spondien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9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espa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durante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desarro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lo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ev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endParaRPr sz="1200">
              <a:latin typeface="Times New Roman"/>
              <a:cs typeface="Times New Roman"/>
            </a:endParaRPr>
          </a:p>
          <a:p>
            <a:pPr marL="241300" marR="22859">
              <a:lnSpc>
                <a:spcPct val="95825"/>
              </a:lnSpc>
              <a:spcBef>
                <a:spcPts val="614"/>
              </a:spcBef>
            </a:pP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sta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podrá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14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nado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según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stab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oco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0" b="1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241300" marR="17477" indent="-228600">
              <a:lnSpc>
                <a:spcPts val="1392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12.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L</a:t>
            </a:r>
            <a:r>
              <a:rPr dirty="0" smtClean="0" sz="1200" spc="-4" b="1">
                <a:latin typeface="Times New Roman"/>
                <a:cs typeface="Times New Roman"/>
              </a:rPr>
              <a:t>l</a:t>
            </a:r>
            <a:r>
              <a:rPr dirty="0" smtClean="0" sz="1200" spc="-9" b="1">
                <a:latin typeface="Times New Roman"/>
                <a:cs typeface="Times New Roman"/>
              </a:rPr>
              <a:t>a</a:t>
            </a:r>
            <a:r>
              <a:rPr dirty="0" smtClean="0" sz="1200" spc="19" b="1">
                <a:latin typeface="Times New Roman"/>
                <a:cs typeface="Times New Roman"/>
              </a:rPr>
              <a:t>m</a:t>
            </a:r>
            <a:r>
              <a:rPr dirty="0" smtClean="0" sz="1200" spc="0" b="1">
                <a:latin typeface="Times New Roman"/>
                <a:cs typeface="Times New Roman"/>
              </a:rPr>
              <a:t>adas</a:t>
            </a:r>
            <a:r>
              <a:rPr dirty="0" smtClean="0" sz="1200" spc="4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ve</a:t>
            </a:r>
            <a:r>
              <a:rPr dirty="0" smtClean="0" sz="1200" spc="-4" b="1">
                <a:latin typeface="Times New Roman"/>
                <a:cs typeface="Times New Roman"/>
              </a:rPr>
              <a:t>r</a:t>
            </a:r>
            <a:r>
              <a:rPr dirty="0" smtClean="0" sz="1200" spc="0" b="1">
                <a:latin typeface="Times New Roman"/>
                <a:cs typeface="Times New Roman"/>
              </a:rPr>
              <a:t>bales</a:t>
            </a:r>
            <a:r>
              <a:rPr dirty="0" smtClean="0" sz="1200" spc="-9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“advert</a:t>
            </a:r>
            <a:r>
              <a:rPr dirty="0" smtClean="0" sz="1200" spc="-4" b="1">
                <a:latin typeface="Times New Roman"/>
                <a:cs typeface="Times New Roman"/>
              </a:rPr>
              <a:t>e</a:t>
            </a:r>
            <a:r>
              <a:rPr dirty="0" smtClean="0" sz="1200" spc="0" b="1">
                <a:latin typeface="Times New Roman"/>
                <a:cs typeface="Times New Roman"/>
              </a:rPr>
              <a:t>nc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as”:</a:t>
            </a:r>
            <a:r>
              <a:rPr dirty="0" smtClean="0" sz="1200" spc="9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adver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ni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af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ctan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17477">
              <a:lnSpc>
                <a:spcPts val="1379"/>
              </a:lnSpc>
              <a:spcBef>
                <a:spcPts val="69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f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úni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ara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noc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stá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h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iendo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g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17477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est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ad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verb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</a:t>
            </a:r>
            <a:r>
              <a:rPr dirty="0" smtClean="0" sz="1200" spc="-4">
                <a:latin typeface="Times New Roman"/>
                <a:cs typeface="Times New Roman"/>
              </a:rPr>
              <a:t>á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ll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1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(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esa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irá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17477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ap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este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san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n).</a:t>
            </a:r>
            <a:endParaRPr sz="1200">
              <a:latin typeface="Times New Roman"/>
              <a:cs typeface="Times New Roman"/>
            </a:endParaRPr>
          </a:p>
          <a:p>
            <a:pPr marL="241300" marR="131294" indent="-228600">
              <a:lnSpc>
                <a:spcPts val="1392"/>
              </a:lnSpc>
              <a:spcBef>
                <a:spcPts val="714"/>
              </a:spcBef>
            </a:pPr>
            <a:r>
              <a:rPr dirty="0" smtClean="0" sz="1200" spc="0">
                <a:latin typeface="Times New Roman"/>
                <a:cs typeface="Times New Roman"/>
              </a:rPr>
              <a:t>13.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L</a:t>
            </a:r>
            <a:r>
              <a:rPr dirty="0" smtClean="0" sz="1200" spc="-4" b="1">
                <a:latin typeface="Times New Roman"/>
                <a:cs typeface="Times New Roman"/>
              </a:rPr>
              <a:t>l</a:t>
            </a:r>
            <a:r>
              <a:rPr dirty="0" smtClean="0" sz="1200" spc="-9" b="1">
                <a:latin typeface="Times New Roman"/>
                <a:cs typeface="Times New Roman"/>
              </a:rPr>
              <a:t>a</a:t>
            </a:r>
            <a:r>
              <a:rPr dirty="0" smtClean="0" sz="1200" spc="19" b="1">
                <a:latin typeface="Times New Roman"/>
                <a:cs typeface="Times New Roman"/>
              </a:rPr>
              <a:t>m</a:t>
            </a:r>
            <a:r>
              <a:rPr dirty="0" smtClean="0" sz="1200" spc="0" b="1">
                <a:latin typeface="Times New Roman"/>
                <a:cs typeface="Times New Roman"/>
              </a:rPr>
              <a:t>adas</a:t>
            </a:r>
            <a:r>
              <a:rPr dirty="0" smtClean="0" sz="1200" spc="4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de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atenc</a:t>
            </a:r>
            <a:r>
              <a:rPr dirty="0" smtClean="0" sz="1200" spc="-1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ón:</a:t>
            </a:r>
            <a:r>
              <a:rPr dirty="0" smtClean="0" sz="1200" spc="4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ada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in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ir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pun</a:t>
            </a:r>
            <a:r>
              <a:rPr dirty="0" smtClean="0" sz="1200" spc="9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este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131294">
              <a:lnSpc>
                <a:spcPts val="1379"/>
              </a:lnSpc>
              <a:spcBef>
                <a:spcPts val="69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proto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Serán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f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ad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esa,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ga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</a:t>
            </a:r>
            <a:r>
              <a:rPr dirty="0" smtClean="0" sz="1200" spc="9">
                <a:latin typeface="Times New Roman"/>
                <a:cs typeface="Times New Roman"/>
              </a:rPr>
              <a:t>j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adver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131294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ores,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</a:t>
            </a:r>
            <a:r>
              <a:rPr dirty="0" smtClean="0" sz="1200" spc="14">
                <a:latin typeface="Times New Roman"/>
                <a:cs typeface="Times New Roman"/>
              </a:rPr>
              <a:t>a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rc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dver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ada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131294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n.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5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pu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si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f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gados.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(</a:t>
            </a:r>
            <a:r>
              <a:rPr dirty="0" smtClean="0" sz="1200" spc="1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131294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l).</a:t>
            </a:r>
            <a:endParaRPr sz="1200">
              <a:latin typeface="Times New Roman"/>
              <a:cs typeface="Times New Roman"/>
            </a:endParaRPr>
          </a:p>
          <a:p>
            <a:pPr marL="241300" marR="60898" indent="-228600">
              <a:lnSpc>
                <a:spcPts val="1392"/>
              </a:lnSpc>
              <a:spcBef>
                <a:spcPts val="714"/>
              </a:spcBef>
            </a:pPr>
            <a:r>
              <a:rPr dirty="0" smtClean="0" sz="1200" spc="0">
                <a:latin typeface="Times New Roman"/>
                <a:cs typeface="Times New Roman"/>
              </a:rPr>
              <a:t>14.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 b="1">
                <a:latin typeface="Times New Roman"/>
                <a:cs typeface="Times New Roman"/>
              </a:rPr>
              <a:t>A</a:t>
            </a:r>
            <a:r>
              <a:rPr dirty="0" smtClean="0" sz="1200" spc="19" b="1">
                <a:latin typeface="Times New Roman"/>
                <a:cs typeface="Times New Roman"/>
              </a:rPr>
              <a:t>m</a:t>
            </a:r>
            <a:r>
              <a:rPr dirty="0" smtClean="0" sz="1200" spc="-9" b="1">
                <a:latin typeface="Times New Roman"/>
                <a:cs typeface="Times New Roman"/>
              </a:rPr>
              <a:t>o</a:t>
            </a:r>
            <a:r>
              <a:rPr dirty="0" smtClean="0" sz="1200" spc="0" b="1">
                <a:latin typeface="Times New Roman"/>
                <a:cs typeface="Times New Roman"/>
              </a:rPr>
              <a:t>nestac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ones:</a:t>
            </a:r>
            <a:r>
              <a:rPr dirty="0" smtClean="0" sz="1200" spc="4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presid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ará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cu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q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gado,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e,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profesor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60898">
              <a:lnSpc>
                <a:spcPts val="1379"/>
              </a:lnSpc>
              <a:spcBef>
                <a:spcPts val="69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uestre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g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f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ta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espe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dura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sesión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seguida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g</a:t>
            </a:r>
            <a:r>
              <a:rPr dirty="0" smtClean="0" sz="1200" spc="9">
                <a:latin typeface="Times New Roman"/>
                <a:cs typeface="Times New Roman"/>
              </a:rPr>
              <a:t>ú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í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lo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60898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proto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is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Moderador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puede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ap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ad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presid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uando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60898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ad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aten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onest</a:t>
            </a:r>
            <a:r>
              <a:rPr dirty="0" smtClean="0" sz="1200" spc="9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do.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presid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Moderador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60898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ta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b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én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podrá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est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dir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ta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g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na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g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ave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oco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60898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-9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gado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le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est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ses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deb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60898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ab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ndonar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ta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te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segu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siguiente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sesi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60898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nco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onestac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ones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duran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ti</a:t>
            </a:r>
            <a:r>
              <a:rPr dirty="0" smtClean="0" sz="1200" spc="9">
                <a:latin typeface="Times New Roman"/>
                <a:cs typeface="Times New Roman"/>
              </a:rPr>
              <a:t>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dura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</a:t>
            </a: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95825"/>
              </a:lnSpc>
              <a:spcBef>
                <a:spcPts val="714"/>
              </a:spcBef>
            </a:pPr>
            <a:r>
              <a:rPr dirty="0" smtClean="0" sz="1200" spc="0">
                <a:latin typeface="Times New Roman"/>
                <a:cs typeface="Times New Roman"/>
              </a:rPr>
              <a:t>par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ici</a:t>
            </a:r>
            <a:r>
              <a:rPr dirty="0" smtClean="0" sz="1200" spc="-4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ad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así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est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af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rá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15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puntos</a:t>
            </a:r>
            <a:endParaRPr sz="1200">
              <a:latin typeface="Times New Roman"/>
              <a:cs typeface="Times New Roman"/>
            </a:endParaRPr>
          </a:p>
          <a:p>
            <a:pPr marL="241300" marR="22859">
              <a:lnSpc>
                <a:spcPct val="95825"/>
              </a:lnSpc>
              <a:spcBef>
                <a:spcPts val="690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asilla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f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(no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ta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fi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).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6647" y="6875600"/>
            <a:ext cx="5727164" cy="212671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13586">
              <a:lnSpc>
                <a:spcPts val="1939"/>
              </a:lnSpc>
              <a:spcBef>
                <a:spcPts val="97"/>
              </a:spcBef>
            </a:pP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5.</a:t>
            </a: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 </a:t>
            </a: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NORMAS</a:t>
            </a: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 </a:t>
            </a: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DE</a:t>
            </a: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 </a:t>
            </a: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PROCEDIMI</a:t>
            </a:r>
            <a:r>
              <a:rPr dirty="0" smtClean="0" sz="1800" spc="4" b="1">
                <a:solidFill>
                  <a:srgbClr val="D3AE5F"/>
                </a:solidFill>
                <a:latin typeface="Times New Roman"/>
                <a:cs typeface="Times New Roman"/>
              </a:rPr>
              <a:t>E</a:t>
            </a: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NTO:</a:t>
            </a:r>
            <a:endParaRPr sz="1800">
              <a:latin typeface="Times New Roman"/>
              <a:cs typeface="Times New Roman"/>
            </a:endParaRPr>
          </a:p>
          <a:p>
            <a:pPr marL="12700" marR="127063">
              <a:lnSpc>
                <a:spcPts val="1392"/>
              </a:lnSpc>
              <a:spcBef>
                <a:spcPts val="834"/>
              </a:spcBef>
            </a:pPr>
            <a:r>
              <a:rPr dirty="0" smtClean="0" sz="1200" spc="0" b="1">
                <a:latin typeface="Times New Roman"/>
                <a:cs typeface="Times New Roman"/>
              </a:rPr>
              <a:t>Lega</a:t>
            </a:r>
            <a:r>
              <a:rPr dirty="0" smtClean="0" sz="1200" spc="-4" b="1">
                <a:latin typeface="Times New Roman"/>
                <a:cs typeface="Times New Roman"/>
              </a:rPr>
              <a:t>l</a:t>
            </a:r>
            <a:r>
              <a:rPr dirty="0" smtClean="0" sz="1200" spc="0" b="1">
                <a:latin typeface="Times New Roman"/>
                <a:cs typeface="Times New Roman"/>
              </a:rPr>
              <a:t>idad:</a:t>
            </a:r>
            <a:r>
              <a:rPr dirty="0" smtClean="0" sz="1200" spc="-19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reglas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nes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au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osufi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exc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por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if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ones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127063">
              <a:lnSpc>
                <a:spcPts val="1379"/>
              </a:lnSpc>
              <a:spcBef>
                <a:spcPts val="692"/>
              </a:spcBef>
            </a:pPr>
            <a:r>
              <a:rPr dirty="0" smtClean="0" sz="1200" spc="0">
                <a:latin typeface="Times New Roman"/>
                <a:cs typeface="Times New Roman"/>
              </a:rPr>
              <a:t>he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has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secr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tario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g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ner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ap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-4">
                <a:latin typeface="Times New Roman"/>
                <a:cs typeface="Times New Roman"/>
              </a:rPr>
              <a:t>á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odas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sesion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secr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g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ral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127063">
              <a:lnSpc>
                <a:spcPts val="1379"/>
              </a:lnSpc>
              <a:spcBef>
                <a:spcPts val="685"/>
              </a:spcBef>
            </a:pPr>
            <a:r>
              <a:rPr dirty="0" smtClean="0" sz="1200" spc="0">
                <a:latin typeface="Times New Roman"/>
                <a:cs typeface="Times New Roman"/>
              </a:rPr>
              <a:t>resolv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nes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prev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stas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pued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presen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arse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uran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sesion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s.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1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nguna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127063">
              <a:lnSpc>
                <a:spcPts val="1379"/>
              </a:lnSpc>
              <a:spcBef>
                <a:spcPts val="685"/>
              </a:spcBef>
            </a:pP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edi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será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ap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da.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92"/>
              </a:lnSpc>
              <a:spcBef>
                <a:spcPts val="725"/>
              </a:spcBef>
            </a:pPr>
            <a:r>
              <a:rPr dirty="0" smtClean="0" sz="1200" spc="0" b="1">
                <a:latin typeface="Times New Roman"/>
                <a:cs typeface="Times New Roman"/>
              </a:rPr>
              <a:t>I</a:t>
            </a:r>
            <a:r>
              <a:rPr dirty="0" smtClean="0" sz="1200" spc="4" b="1">
                <a:latin typeface="Times New Roman"/>
                <a:cs typeface="Times New Roman"/>
              </a:rPr>
              <a:t>d</a:t>
            </a:r>
            <a:r>
              <a:rPr dirty="0" smtClean="0" sz="1200" spc="0" b="1">
                <a:latin typeface="Times New Roman"/>
                <a:cs typeface="Times New Roman"/>
              </a:rPr>
              <a:t>i</a:t>
            </a:r>
            <a:r>
              <a:rPr dirty="0" smtClean="0" sz="1200" spc="-14" b="1">
                <a:latin typeface="Times New Roman"/>
                <a:cs typeface="Times New Roman"/>
              </a:rPr>
              <a:t>o</a:t>
            </a:r>
            <a:r>
              <a:rPr dirty="0" smtClean="0" sz="1200" spc="19" b="1">
                <a:latin typeface="Times New Roman"/>
                <a:cs typeface="Times New Roman"/>
              </a:rPr>
              <a:t>m</a:t>
            </a:r>
            <a:r>
              <a:rPr dirty="0" smtClean="0" sz="1200" spc="0" b="1">
                <a:latin typeface="Times New Roman"/>
                <a:cs typeface="Times New Roman"/>
              </a:rPr>
              <a:t>a:</a:t>
            </a:r>
            <a:r>
              <a:rPr dirty="0" smtClean="0" sz="1200" spc="-25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español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4">
                <a:latin typeface="Times New Roman"/>
                <a:cs typeface="Times New Roman"/>
              </a:rPr>
              <a:t>f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Expr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si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nes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id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á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dos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69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é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podr</a:t>
            </a:r>
            <a:r>
              <a:rPr dirty="0" smtClean="0" sz="1200" spc="4">
                <a:latin typeface="Times New Roman"/>
                <a:cs typeface="Times New Roman"/>
              </a:rPr>
              <a:t>á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lizados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id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or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gen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cu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pros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gan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endParaRPr sz="1200">
              <a:latin typeface="Times New Roman"/>
              <a:cs typeface="Times New Roman"/>
            </a:endParaRPr>
          </a:p>
          <a:p>
            <a:pPr marL="12700" marR="13586">
              <a:lnSpc>
                <a:spcPct val="95825"/>
              </a:lnSpc>
              <a:spcBef>
                <a:spcPts val="712"/>
              </a:spcBef>
            </a:pPr>
            <a:r>
              <a:rPr dirty="0" smtClean="0" sz="1200" spc="0">
                <a:latin typeface="Times New Roman"/>
                <a:cs typeface="Times New Roman"/>
              </a:rPr>
              <a:t>tr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duc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8047" y="7246064"/>
            <a:ext cx="176072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4">
                <a:latin typeface="Arial"/>
                <a:cs typeface="Arial"/>
              </a:rPr>
              <a:t>1.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8047" y="8297624"/>
            <a:ext cx="176072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4">
                <a:latin typeface="Arial"/>
                <a:cs typeface="Arial"/>
              </a:rPr>
              <a:t>2.</a:t>
            </a:r>
            <a:endParaRPr sz="12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63600" y="1085215"/>
            <a:ext cx="600837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/>
          <p:nvPr/>
        </p:nvSpPr>
        <p:spPr>
          <a:xfrm>
            <a:off x="863600" y="1224915"/>
            <a:ext cx="6008370" cy="0"/>
          </a:xfrm>
          <a:custGeom>
            <a:avLst/>
            <a:gdLst/>
            <a:ahLst/>
            <a:cxnLst/>
            <a:rect l="l" t="t" r="r" b="b"/>
            <a:pathLst>
              <a:path w="6008370" h="0">
                <a:moveTo>
                  <a:pt x="0" y="0"/>
                </a:moveTo>
                <a:lnTo>
                  <a:pt x="600837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615432" y="437490"/>
            <a:ext cx="1261333" cy="508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985"/>
              </a:lnSpc>
              <a:spcBef>
                <a:spcPts val="199"/>
              </a:spcBef>
            </a:pPr>
            <a:r>
              <a:rPr dirty="0" smtClean="0" sz="3800" b="1" i="1">
                <a:latin typeface="Arial"/>
                <a:cs typeface="Arial"/>
              </a:rPr>
              <a:t>ctJn</a:t>
            </a:r>
            <a:r>
              <a:rPr dirty="0" smtClean="0" sz="3800" spc="-869" b="1" i="1">
                <a:latin typeface="Arial"/>
                <a:cs typeface="Arial"/>
              </a:rPr>
              <a:t>u</a:t>
            </a:r>
            <a:r>
              <a:rPr dirty="0" smtClean="0" sz="3800" spc="0" b="1" i="1">
                <a:solidFill>
                  <a:srgbClr val="66A0C3"/>
                </a:solidFill>
                <a:latin typeface="Arial"/>
                <a:cs typeface="Arial"/>
              </a:rPr>
              <a:t>e</a:t>
            </a:r>
            <a:endParaRPr sz="3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49905" y="588449"/>
            <a:ext cx="1673225" cy="5089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530"/>
              </a:lnSpc>
              <a:spcBef>
                <a:spcPts val="76"/>
              </a:spcBef>
            </a:pPr>
            <a:r>
              <a:rPr dirty="0" smtClean="0" sz="1400" spc="0" b="1">
                <a:latin typeface="Times New Roman"/>
                <a:cs typeface="Times New Roman"/>
              </a:rPr>
              <a:t>CHR</a:t>
            </a:r>
            <a:r>
              <a:rPr dirty="0" smtClean="0" sz="1400" spc="-4" b="1">
                <a:latin typeface="Times New Roman"/>
                <a:cs typeface="Times New Roman"/>
              </a:rPr>
              <a:t>I</a:t>
            </a:r>
            <a:r>
              <a:rPr dirty="0" smtClean="0" sz="1400" spc="0" b="1">
                <a:latin typeface="Times New Roman"/>
                <a:cs typeface="Times New Roman"/>
              </a:rPr>
              <a:t>STA</a:t>
            </a:r>
            <a:r>
              <a:rPr dirty="0" smtClean="0" sz="1400" spc="-4" b="1">
                <a:latin typeface="Times New Roman"/>
                <a:cs typeface="Times New Roman"/>
              </a:rPr>
              <a:t>M</a:t>
            </a:r>
            <a:r>
              <a:rPr dirty="0" smtClean="0" sz="1400" spc="0" b="1">
                <a:latin typeface="Times New Roman"/>
                <a:cs typeface="Times New Roman"/>
              </a:rPr>
              <a:t>UN</a:t>
            </a:r>
            <a:r>
              <a:rPr dirty="0" smtClean="0" sz="1400" spc="9" b="1">
                <a:latin typeface="Times New Roman"/>
                <a:cs typeface="Times New Roman"/>
              </a:rPr>
              <a:t> </a:t>
            </a:r>
            <a:r>
              <a:rPr dirty="0" smtClean="0" sz="1400" spc="0" b="1">
                <a:latin typeface="Times New Roman"/>
                <a:cs typeface="Times New Roman"/>
              </a:rPr>
              <a:t>2026</a:t>
            </a:r>
            <a:endParaRPr sz="1400">
              <a:latin typeface="Times New Roman"/>
              <a:cs typeface="Times New Roman"/>
            </a:endParaRPr>
          </a:p>
          <a:p>
            <a:pPr marL="92686" marR="107025" algn="ctr">
              <a:lnSpc>
                <a:spcPct val="101725"/>
              </a:lnSpc>
              <a:spcBef>
                <a:spcPts val="858"/>
              </a:spcBef>
            </a:pP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T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r</a:t>
            </a:r>
            <a:r>
              <a:rPr dirty="0" smtClean="0" sz="1200" spc="4">
                <a:solidFill>
                  <a:srgbClr val="313D4F"/>
                </a:solidFill>
                <a:latin typeface="Calibri"/>
                <a:cs typeface="Calibri"/>
              </a:rPr>
              <a:t>i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nid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a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d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-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B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eni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-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B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o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li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v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ia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83428" y="885674"/>
            <a:ext cx="1249693" cy="1020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dirty="0" smtClean="0" sz="600" i="1">
                <a:solidFill>
                  <a:srgbClr val="66A0C3"/>
                </a:solidFill>
                <a:latin typeface="Arial"/>
                <a:cs typeface="Arial"/>
              </a:rPr>
              <a:t>C</a:t>
            </a:r>
            <a:r>
              <a:rPr dirty="0" smtClean="0" sz="600" i="1">
                <a:solidFill>
                  <a:srgbClr val="7CACCD"/>
                </a:solidFill>
                <a:latin typeface="Arial"/>
                <a:cs typeface="Arial"/>
              </a:rPr>
              <a:t>enlr</a:t>
            </a:r>
            <a:r>
              <a:rPr dirty="0" smtClean="0" sz="600" spc="14" i="1">
                <a:solidFill>
                  <a:srgbClr val="66A0C3"/>
                </a:solidFill>
                <a:latin typeface="Arial"/>
                <a:cs typeface="Arial"/>
              </a:rPr>
              <a:t>o</a:t>
            </a:r>
            <a:r>
              <a:rPr dirty="0" smtClean="0" sz="600" spc="0" i="1">
                <a:solidFill>
                  <a:srgbClr val="66A0C3"/>
                </a:solidFill>
                <a:latin typeface="Times New Roman"/>
                <a:cs typeface="Times New Roman"/>
              </a:rPr>
              <a:t>de</a:t>
            </a:r>
            <a:r>
              <a:rPr dirty="0" smtClean="0" sz="600" spc="-84" i="1">
                <a:solidFill>
                  <a:srgbClr val="66A0C3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Inform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ció</a:t>
            </a:r>
            <a:r>
              <a:rPr dirty="0" smtClean="0" sz="600" spc="-18" i="1">
                <a:solidFill>
                  <a:srgbClr val="7CACCD"/>
                </a:solidFill>
                <a:latin typeface="Arial"/>
                <a:cs typeface="Arial"/>
              </a:rPr>
              <a:t>n</a:t>
            </a:r>
            <a:r>
              <a:rPr dirty="0" smtClean="0" sz="600" spc="0" i="1">
                <a:solidFill>
                  <a:srgbClr val="66A0C3"/>
                </a:solidFill>
                <a:latin typeface="Times New Roman"/>
                <a:cs typeface="Times New Roman"/>
              </a:rPr>
              <a:t>de</a:t>
            </a:r>
            <a:r>
              <a:rPr dirty="0" smtClean="0" sz="600" spc="7" i="1">
                <a:solidFill>
                  <a:srgbClr val="66A0C3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N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cione</a:t>
            </a:r>
            <a:r>
              <a:rPr dirty="0" smtClean="0" sz="600" spc="25" i="1">
                <a:solidFill>
                  <a:srgbClr val="7CACCD"/>
                </a:solidFill>
                <a:latin typeface="Arial"/>
                <a:cs typeface="Arial"/>
              </a:rPr>
              <a:t>s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Un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ida</a:t>
            </a:r>
            <a:r>
              <a:rPr dirty="0" smtClean="0" sz="600" spc="-29" i="1">
                <a:solidFill>
                  <a:srgbClr val="7CACCD"/>
                </a:solidFill>
                <a:latin typeface="Arial"/>
                <a:cs typeface="Arial"/>
              </a:rPr>
              <a:t>s</a:t>
            </a:r>
            <a:r>
              <a:rPr dirty="0" smtClean="0" sz="600" spc="0" i="1">
                <a:solidFill>
                  <a:srgbClr val="2F85BA"/>
                </a:solidFill>
                <a:latin typeface="Arial"/>
                <a:cs typeface="Arial"/>
              </a:rPr>
              <a:t>B</a:t>
            </a:r>
            <a:r>
              <a:rPr dirty="0" smtClean="0" sz="600" spc="0" i="1">
                <a:solidFill>
                  <a:srgbClr val="508CB3"/>
                </a:solidFill>
                <a:latin typeface="Arial"/>
                <a:cs typeface="Arial"/>
              </a:rPr>
              <a:t>o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li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vi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88047" y="1242139"/>
            <a:ext cx="176072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4">
                <a:latin typeface="Arial"/>
                <a:cs typeface="Arial"/>
              </a:rPr>
              <a:t>3.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6647" y="1242998"/>
            <a:ext cx="5778675" cy="72792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13586">
              <a:lnSpc>
                <a:spcPts val="1325"/>
              </a:lnSpc>
              <a:spcBef>
                <a:spcPts val="66"/>
              </a:spcBef>
            </a:pPr>
            <a:r>
              <a:rPr dirty="0" smtClean="0" sz="1200" spc="-4" b="1">
                <a:latin typeface="Times New Roman"/>
                <a:cs typeface="Times New Roman"/>
              </a:rPr>
              <a:t>Q</a:t>
            </a:r>
            <a:r>
              <a:rPr dirty="0" smtClean="0" sz="1200" spc="0" b="1">
                <a:latin typeface="Times New Roman"/>
                <a:cs typeface="Times New Roman"/>
              </a:rPr>
              <a:t>uór</a:t>
            </a:r>
            <a:r>
              <a:rPr dirty="0" smtClean="0" sz="1200" spc="-4" b="1">
                <a:latin typeface="Times New Roman"/>
                <a:cs typeface="Times New Roman"/>
              </a:rPr>
              <a:t>u</a:t>
            </a:r>
            <a:r>
              <a:rPr dirty="0" smtClean="0" sz="1200" spc="19" b="1">
                <a:latin typeface="Times New Roman"/>
                <a:cs typeface="Times New Roman"/>
              </a:rPr>
              <a:t>m</a:t>
            </a:r>
            <a:r>
              <a:rPr dirty="0" smtClean="0" sz="1200" spc="0" b="1">
                <a:latin typeface="Times New Roman"/>
                <a:cs typeface="Times New Roman"/>
              </a:rPr>
              <a:t>:</a:t>
            </a:r>
            <a:r>
              <a:rPr dirty="0" smtClean="0" sz="1200" spc="-29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</a:t>
            </a:r>
            <a:r>
              <a:rPr dirty="0" smtClean="0" sz="1200" spc="4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is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nec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sario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quór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m</a:t>
            </a:r>
            <a:r>
              <a:rPr dirty="0" smtClean="0" sz="1200" spc="-1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nzo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endParaRPr sz="1200">
              <a:latin typeface="Times New Roman"/>
              <a:cs typeface="Times New Roman"/>
            </a:endParaRPr>
          </a:p>
          <a:p>
            <a:pPr marL="12700" marR="13586">
              <a:lnSpc>
                <a:spcPct val="95825"/>
              </a:lnSpc>
              <a:spcBef>
                <a:spcPts val="612"/>
              </a:spcBef>
            </a:pPr>
            <a:r>
              <a:rPr dirty="0" smtClean="0" sz="1200" spc="0">
                <a:latin typeface="Times New Roman"/>
                <a:cs typeface="Times New Roman"/>
              </a:rPr>
              <a:t>sesi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n.</a:t>
            </a:r>
            <a:endParaRPr sz="1200">
              <a:latin typeface="Times New Roman"/>
              <a:cs typeface="Times New Roman"/>
            </a:endParaRPr>
          </a:p>
          <a:p>
            <a:pPr marL="12700" marR="377037">
              <a:lnSpc>
                <a:spcPts val="1379"/>
              </a:lnSpc>
              <a:spcBef>
                <a:spcPts val="700"/>
              </a:spcBef>
            </a:pP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presid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sesi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ab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ta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pe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itir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ba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uan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377037">
              <a:lnSpc>
                <a:spcPts val="1379"/>
              </a:lnSpc>
              <a:spcBef>
                <a:spcPts val="689"/>
              </a:spcBef>
            </a:pP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ad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ás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par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ici</a:t>
            </a:r>
            <a:r>
              <a:rPr dirty="0" smtClean="0" sz="1200" spc="-4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é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esen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e.</a:t>
            </a:r>
            <a:endParaRPr sz="1200">
              <a:latin typeface="Times New Roman"/>
              <a:cs typeface="Times New Roman"/>
            </a:endParaRPr>
          </a:p>
          <a:p>
            <a:pPr marL="12700" marR="46113">
              <a:lnSpc>
                <a:spcPts val="1379"/>
              </a:lnSpc>
              <a:spcBef>
                <a:spcPts val="714"/>
              </a:spcBef>
            </a:pP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presen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ía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b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(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ás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uno)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ho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vo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requ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rida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46113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para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vo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sobre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qu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nda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uc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ón.</a:t>
            </a:r>
            <a:endParaRPr sz="1200">
              <a:latin typeface="Times New Roman"/>
              <a:cs typeface="Times New Roman"/>
            </a:endParaRPr>
          </a:p>
          <a:p>
            <a:pPr marL="12700" marR="40855">
              <a:lnSpc>
                <a:spcPts val="1392"/>
              </a:lnSpc>
              <a:spcBef>
                <a:spcPts val="724"/>
              </a:spcBef>
            </a:pPr>
            <a:r>
              <a:rPr dirty="0" smtClean="0" sz="1200" spc="-4" b="1">
                <a:latin typeface="Times New Roman"/>
                <a:cs typeface="Times New Roman"/>
              </a:rPr>
              <a:t>V</a:t>
            </a:r>
            <a:r>
              <a:rPr dirty="0" smtClean="0" sz="1200" spc="0" b="1">
                <a:latin typeface="Times New Roman"/>
                <a:cs typeface="Times New Roman"/>
              </a:rPr>
              <a:t>otac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ón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4" b="1">
                <a:latin typeface="Times New Roman"/>
                <a:cs typeface="Times New Roman"/>
              </a:rPr>
              <a:t>d</a:t>
            </a:r>
            <a:r>
              <a:rPr dirty="0" smtClean="0" sz="1200" spc="0" b="1">
                <a:latin typeface="Times New Roman"/>
                <a:cs typeface="Times New Roman"/>
              </a:rPr>
              <a:t>e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14" b="1">
                <a:latin typeface="Times New Roman"/>
                <a:cs typeface="Times New Roman"/>
              </a:rPr>
              <a:t>m</a:t>
            </a:r>
            <a:r>
              <a:rPr dirty="0" smtClean="0" sz="1200" spc="0" b="1">
                <a:latin typeface="Times New Roman"/>
                <a:cs typeface="Times New Roman"/>
              </a:rPr>
              <a:t>oc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o</a:t>
            </a:r>
            <a:r>
              <a:rPr dirty="0" smtClean="0" sz="1200" spc="-4" b="1">
                <a:latin typeface="Times New Roman"/>
                <a:cs typeface="Times New Roman"/>
              </a:rPr>
              <a:t>n</a:t>
            </a:r>
            <a:r>
              <a:rPr dirty="0" smtClean="0" sz="1200" spc="0" b="1">
                <a:latin typeface="Times New Roman"/>
                <a:cs typeface="Times New Roman"/>
              </a:rPr>
              <a:t>es: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Para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var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b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cu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q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po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foro</a:t>
            </a:r>
            <a:r>
              <a:rPr dirty="0" smtClean="0" sz="1200" spc="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dura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40855">
              <a:lnSpc>
                <a:spcPts val="1379"/>
              </a:lnSpc>
              <a:spcBef>
                <a:spcPts val="694"/>
              </a:spcBef>
            </a:pP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po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esar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terla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vo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9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donde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repr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sent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dar</a:t>
            </a:r>
            <a:r>
              <a:rPr dirty="0" smtClean="0" sz="1200" spc="-4">
                <a:latin typeface="Times New Roman"/>
                <a:cs typeface="Times New Roman"/>
              </a:rPr>
              <a:t>á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40855">
              <a:lnSpc>
                <a:spcPts val="1379"/>
              </a:lnSpc>
              <a:spcBef>
                <a:spcPts val="688"/>
              </a:spcBef>
            </a:pPr>
            <a:r>
              <a:rPr dirty="0" smtClean="0" sz="1200" spc="0">
                <a:latin typeface="Times New Roman"/>
                <a:cs typeface="Times New Roman"/>
              </a:rPr>
              <a:t>cono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stos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án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favor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propuest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Cuando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40855">
              <a:lnSpc>
                <a:spcPts val="1379"/>
              </a:lnSpc>
              <a:spcBef>
                <a:spcPts val="688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ev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nes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propon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ón,</a:t>
            </a:r>
            <a:r>
              <a:rPr dirty="0" smtClean="0" sz="1200" spc="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eda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ab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a,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40855">
              <a:lnSpc>
                <a:spcPts val="1379"/>
              </a:lnSpc>
              <a:spcBef>
                <a:spcPts val="688"/>
              </a:spcBef>
            </a:pP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esa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gu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foro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g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ner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x</a:t>
            </a:r>
            <a:r>
              <a:rPr dirty="0" smtClean="0" sz="1200" spc="0">
                <a:latin typeface="Times New Roman"/>
                <a:cs typeface="Times New Roman"/>
              </a:rPr>
              <a:t>is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g</a:t>
            </a:r>
            <a:r>
              <a:rPr dirty="0" smtClean="0" sz="1200" spc="0">
                <a:latin typeface="Times New Roman"/>
                <a:cs typeface="Times New Roman"/>
              </a:rPr>
              <a:t>ún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tro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g</a:t>
            </a:r>
            <a:r>
              <a:rPr dirty="0" smtClean="0" sz="1200" spc="0">
                <a:latin typeface="Times New Roman"/>
                <a:cs typeface="Times New Roman"/>
              </a:rPr>
              <a:t>ado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secunde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ón,</a:t>
            </a:r>
            <a:r>
              <a:rPr dirty="0" smtClean="0" sz="1200" spc="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40855">
              <a:lnSpc>
                <a:spcPts val="1379"/>
              </a:lnSpc>
              <a:spcBef>
                <a:spcPts val="688"/>
              </a:spcBef>
            </a:pPr>
            <a:r>
              <a:rPr dirty="0" smtClean="0" sz="1200" spc="0">
                <a:latin typeface="Times New Roman"/>
                <a:cs typeface="Times New Roman"/>
              </a:rPr>
              <a:t>siendo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é</a:t>
            </a:r>
            <a:r>
              <a:rPr dirty="0" smtClean="0" sz="1200" spc="0">
                <a:latin typeface="Times New Roman"/>
                <a:cs typeface="Times New Roman"/>
              </a:rPr>
              <a:t>ste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so,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esa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vará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b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vo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ara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aprob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ción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40855">
              <a:lnSpc>
                <a:spcPts val="1379"/>
              </a:lnSpc>
              <a:spcBef>
                <a:spcPts val="688"/>
              </a:spcBef>
            </a:pPr>
            <a:r>
              <a:rPr dirty="0" smtClean="0" sz="1200" spc="0">
                <a:latin typeface="Times New Roman"/>
                <a:cs typeface="Times New Roman"/>
              </a:rPr>
              <a:t>propuest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sta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v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n,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gad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pueden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fes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voto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vor,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713"/>
              </a:spcBef>
            </a:pPr>
            <a:r>
              <a:rPr dirty="0" smtClean="0" sz="1200" spc="0">
                <a:latin typeface="Times New Roman"/>
                <a:cs typeface="Times New Roman"/>
              </a:rPr>
              <a:t>abst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nerse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vo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ar.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ngún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g</a:t>
            </a:r>
            <a:r>
              <a:rPr dirty="0" smtClean="0" sz="1200" spc="0">
                <a:latin typeface="Times New Roman"/>
                <a:cs typeface="Times New Roman"/>
              </a:rPr>
              <a:t>ado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unda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oción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uego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hab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rse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ver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689"/>
              </a:spcBef>
            </a:pP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esa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ber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gu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tado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foro,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re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ta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ente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som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rá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vo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ón;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dando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ones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if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rent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correspondi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dos.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gan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onsenso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ch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z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ndo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ones,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esa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podrá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probar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689"/>
              </a:spcBef>
            </a:pP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a.</a:t>
            </a:r>
            <a:endParaRPr sz="1200">
              <a:latin typeface="Times New Roman"/>
              <a:cs typeface="Times New Roman"/>
            </a:endParaRPr>
          </a:p>
          <a:p>
            <a:pPr marL="12700" marR="57442">
              <a:lnSpc>
                <a:spcPts val="1392"/>
              </a:lnSpc>
              <a:spcBef>
                <a:spcPts val="724"/>
              </a:spcBef>
            </a:pPr>
            <a:r>
              <a:rPr dirty="0" smtClean="0" sz="1200" spc="0" b="1">
                <a:latin typeface="Times New Roman"/>
                <a:cs typeface="Times New Roman"/>
              </a:rPr>
              <a:t>Secun</a:t>
            </a:r>
            <a:r>
              <a:rPr dirty="0" smtClean="0" sz="1200" spc="4" b="1">
                <a:latin typeface="Times New Roman"/>
                <a:cs typeface="Times New Roman"/>
              </a:rPr>
              <a:t>d</a:t>
            </a:r>
            <a:r>
              <a:rPr dirty="0" smtClean="0" sz="1200" spc="0" b="1">
                <a:latin typeface="Times New Roman"/>
                <a:cs typeface="Times New Roman"/>
              </a:rPr>
              <a:t>ar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una</a:t>
            </a:r>
            <a:r>
              <a:rPr dirty="0" smtClean="0" sz="1200" spc="-4" b="1">
                <a:latin typeface="Times New Roman"/>
                <a:cs typeface="Times New Roman"/>
              </a:rPr>
              <a:t> </a:t>
            </a:r>
            <a:r>
              <a:rPr dirty="0" smtClean="0" sz="1200" spc="9" b="1">
                <a:latin typeface="Times New Roman"/>
                <a:cs typeface="Times New Roman"/>
              </a:rPr>
              <a:t>m</a:t>
            </a:r>
            <a:r>
              <a:rPr dirty="0" smtClean="0" sz="1200" spc="0" b="1">
                <a:latin typeface="Times New Roman"/>
                <a:cs typeface="Times New Roman"/>
              </a:rPr>
              <a:t>oc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ón:</a:t>
            </a:r>
            <a:r>
              <a:rPr dirty="0" smtClean="0" sz="1200" spc="4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Para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vo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ua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9">
                <a:latin typeface="Times New Roman"/>
                <a:cs typeface="Times New Roman"/>
              </a:rPr>
              <a:t>q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nec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sario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g</a:t>
            </a:r>
            <a:r>
              <a:rPr dirty="0" smtClean="0" sz="1200" spc="9">
                <a:latin typeface="Times New Roman"/>
                <a:cs typeface="Times New Roman"/>
              </a:rPr>
              <a:t>ú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57442">
              <a:lnSpc>
                <a:spcPts val="1379"/>
              </a:lnSpc>
              <a:spcBef>
                <a:spcPts val="69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secund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repr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ú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ente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tendrá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v</a:t>
            </a: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aqu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ta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io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uego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57442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esa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egun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x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ste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al</a:t>
            </a:r>
            <a:r>
              <a:rPr dirty="0" smtClean="0" sz="1200" spc="-4">
                <a:latin typeface="Times New Roman"/>
                <a:cs typeface="Times New Roman"/>
              </a:rPr>
              <a:t>g</a:t>
            </a:r>
            <a:r>
              <a:rPr dirty="0" smtClean="0" sz="1200" spc="9">
                <a:latin typeface="Times New Roman"/>
                <a:cs typeface="Times New Roman"/>
              </a:rPr>
              <a:t>ú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nde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sté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57442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hab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ando.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sto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pe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foro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sab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ex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sten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ap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ha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57442">
              <a:lnSpc>
                <a:spcPts val="1392"/>
              </a:lnSpc>
              <a:spcBef>
                <a:spcPts val="689"/>
              </a:spcBef>
            </a:pPr>
            <a:r>
              <a:rPr dirty="0" smtClean="0" sz="1200" spc="0" b="1">
                <a:latin typeface="Times New Roman"/>
                <a:cs typeface="Times New Roman"/>
              </a:rPr>
              <a:t>Agen</a:t>
            </a:r>
            <a:r>
              <a:rPr dirty="0" smtClean="0" sz="1200" spc="4" b="1">
                <a:latin typeface="Times New Roman"/>
                <a:cs typeface="Times New Roman"/>
              </a:rPr>
              <a:t>d</a:t>
            </a:r>
            <a:r>
              <a:rPr dirty="0" smtClean="0" sz="1200" spc="0" b="1">
                <a:latin typeface="Times New Roman"/>
                <a:cs typeface="Times New Roman"/>
              </a:rPr>
              <a:t>a:</a:t>
            </a:r>
            <a:r>
              <a:rPr dirty="0" smtClean="0" sz="1200" spc="-19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pri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z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foro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será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ab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to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ag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nda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57442">
              <a:lnSpc>
                <a:spcPts val="1379"/>
              </a:lnSpc>
              <a:spcBef>
                <a:spcPts val="69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uerdo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sigu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edi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241236" marR="24447" indent="-228536">
              <a:lnSpc>
                <a:spcPts val="1393"/>
              </a:lnSpc>
              <a:spcBef>
                <a:spcPts val="719"/>
              </a:spcBef>
              <a:tabLst>
                <a:tab pos="228600" algn="l"/>
              </a:tabLst>
            </a:pPr>
            <a:r>
              <a:rPr dirty="0" smtClean="0" sz="1200" spc="0">
                <a:latin typeface="Arial"/>
                <a:cs typeface="Arial"/>
              </a:rPr>
              <a:t>•	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gados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propondrán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ara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deb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te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tóp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cos,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sta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236" marR="24447">
              <a:lnSpc>
                <a:spcPts val="1379"/>
              </a:lnSpc>
              <a:spcBef>
                <a:spcPts val="695"/>
              </a:spcBef>
              <a:tabLst>
                <a:tab pos="228600" algn="l"/>
              </a:tabLst>
            </a:pP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pasará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vo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9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endo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pr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bada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por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14">
                <a:latin typeface="Times New Roman"/>
                <a:cs typeface="Times New Roman"/>
              </a:rPr>
              <a:t>a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or</a:t>
            </a:r>
            <a:r>
              <a:rPr dirty="0" smtClean="0" sz="1200" spc="4">
                <a:latin typeface="Times New Roman"/>
                <a:cs typeface="Times New Roman"/>
              </a:rPr>
              <a:t>í</a:t>
            </a:r>
            <a:r>
              <a:rPr dirty="0" smtClean="0" sz="1200" spc="0">
                <a:latin typeface="Times New Roman"/>
                <a:cs typeface="Times New Roman"/>
              </a:rPr>
              <a:t>a.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236" marR="24447">
              <a:lnSpc>
                <a:spcPts val="1379"/>
              </a:lnSpc>
              <a:spcBef>
                <a:spcPts val="688"/>
              </a:spcBef>
              <a:tabLst>
                <a:tab pos="228600" algn="l"/>
              </a:tabLst>
            </a:pP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uerdo,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post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rio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ev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bo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nu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va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vo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para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endParaRPr sz="1200">
              <a:latin typeface="Times New Roman"/>
              <a:cs typeface="Times New Roman"/>
            </a:endParaRPr>
          </a:p>
          <a:p>
            <a:pPr marL="241236" marR="13586">
              <a:lnSpc>
                <a:spcPct val="95825"/>
              </a:lnSpc>
              <a:spcBef>
                <a:spcPts val="718"/>
              </a:spcBef>
            </a:pPr>
            <a:r>
              <a:rPr dirty="0" smtClean="0" sz="1200" spc="0">
                <a:latin typeface="Times New Roman"/>
                <a:cs typeface="Times New Roman"/>
              </a:rPr>
              <a:t>te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8047" y="1767792"/>
            <a:ext cx="10160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8047" y="2293699"/>
            <a:ext cx="10160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8047" y="2820749"/>
            <a:ext cx="176072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4">
                <a:latin typeface="Arial"/>
                <a:cs typeface="Arial"/>
              </a:rPr>
              <a:t>4.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8047" y="5975937"/>
            <a:ext cx="10160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8047" y="7028767"/>
            <a:ext cx="176072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4">
                <a:latin typeface="Arial"/>
                <a:cs typeface="Arial"/>
              </a:rPr>
              <a:t>5.</a:t>
            </a:r>
            <a:endParaRPr sz="12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63600" y="1085215"/>
            <a:ext cx="600837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/>
          <p:nvPr/>
        </p:nvSpPr>
        <p:spPr>
          <a:xfrm>
            <a:off x="863600" y="1224915"/>
            <a:ext cx="6008370" cy="0"/>
          </a:xfrm>
          <a:custGeom>
            <a:avLst/>
            <a:gdLst/>
            <a:ahLst/>
            <a:cxnLst/>
            <a:rect l="l" t="t" r="r" b="b"/>
            <a:pathLst>
              <a:path w="6008370" h="0">
                <a:moveTo>
                  <a:pt x="0" y="0"/>
                </a:moveTo>
                <a:lnTo>
                  <a:pt x="600837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615432" y="437490"/>
            <a:ext cx="1261333" cy="508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985"/>
              </a:lnSpc>
              <a:spcBef>
                <a:spcPts val="199"/>
              </a:spcBef>
            </a:pPr>
            <a:r>
              <a:rPr dirty="0" smtClean="0" sz="3800" b="1" i="1">
                <a:latin typeface="Arial"/>
                <a:cs typeface="Arial"/>
              </a:rPr>
              <a:t>ctJn</a:t>
            </a:r>
            <a:r>
              <a:rPr dirty="0" smtClean="0" sz="3800" spc="-869" b="1" i="1">
                <a:latin typeface="Arial"/>
                <a:cs typeface="Arial"/>
              </a:rPr>
              <a:t>u</a:t>
            </a:r>
            <a:r>
              <a:rPr dirty="0" smtClean="0" sz="3800" spc="0" b="1" i="1">
                <a:solidFill>
                  <a:srgbClr val="66A0C3"/>
                </a:solidFill>
                <a:latin typeface="Arial"/>
                <a:cs typeface="Arial"/>
              </a:rPr>
              <a:t>e</a:t>
            </a:r>
            <a:endParaRPr sz="3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49905" y="588449"/>
            <a:ext cx="1673225" cy="5089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530"/>
              </a:lnSpc>
              <a:spcBef>
                <a:spcPts val="76"/>
              </a:spcBef>
            </a:pPr>
            <a:r>
              <a:rPr dirty="0" smtClean="0" sz="1400" spc="0" b="1">
                <a:latin typeface="Times New Roman"/>
                <a:cs typeface="Times New Roman"/>
              </a:rPr>
              <a:t>CHR</a:t>
            </a:r>
            <a:r>
              <a:rPr dirty="0" smtClean="0" sz="1400" spc="-4" b="1">
                <a:latin typeface="Times New Roman"/>
                <a:cs typeface="Times New Roman"/>
              </a:rPr>
              <a:t>I</a:t>
            </a:r>
            <a:r>
              <a:rPr dirty="0" smtClean="0" sz="1400" spc="0" b="1">
                <a:latin typeface="Times New Roman"/>
                <a:cs typeface="Times New Roman"/>
              </a:rPr>
              <a:t>STA</a:t>
            </a:r>
            <a:r>
              <a:rPr dirty="0" smtClean="0" sz="1400" spc="-4" b="1">
                <a:latin typeface="Times New Roman"/>
                <a:cs typeface="Times New Roman"/>
              </a:rPr>
              <a:t>M</a:t>
            </a:r>
            <a:r>
              <a:rPr dirty="0" smtClean="0" sz="1400" spc="0" b="1">
                <a:latin typeface="Times New Roman"/>
                <a:cs typeface="Times New Roman"/>
              </a:rPr>
              <a:t>UN</a:t>
            </a:r>
            <a:r>
              <a:rPr dirty="0" smtClean="0" sz="1400" spc="9" b="1">
                <a:latin typeface="Times New Roman"/>
                <a:cs typeface="Times New Roman"/>
              </a:rPr>
              <a:t> </a:t>
            </a:r>
            <a:r>
              <a:rPr dirty="0" smtClean="0" sz="1400" spc="0" b="1">
                <a:latin typeface="Times New Roman"/>
                <a:cs typeface="Times New Roman"/>
              </a:rPr>
              <a:t>2026</a:t>
            </a:r>
            <a:endParaRPr sz="1400">
              <a:latin typeface="Times New Roman"/>
              <a:cs typeface="Times New Roman"/>
            </a:endParaRPr>
          </a:p>
          <a:p>
            <a:pPr marL="92686" marR="107025" algn="ctr">
              <a:lnSpc>
                <a:spcPct val="101725"/>
              </a:lnSpc>
              <a:spcBef>
                <a:spcPts val="858"/>
              </a:spcBef>
            </a:pP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T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r</a:t>
            </a:r>
            <a:r>
              <a:rPr dirty="0" smtClean="0" sz="1200" spc="4">
                <a:solidFill>
                  <a:srgbClr val="313D4F"/>
                </a:solidFill>
                <a:latin typeface="Calibri"/>
                <a:cs typeface="Calibri"/>
              </a:rPr>
              <a:t>i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nid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a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d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-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B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eni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-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B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o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li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v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ia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83428" y="885674"/>
            <a:ext cx="1249693" cy="1020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dirty="0" smtClean="0" sz="600" i="1">
                <a:solidFill>
                  <a:srgbClr val="66A0C3"/>
                </a:solidFill>
                <a:latin typeface="Arial"/>
                <a:cs typeface="Arial"/>
              </a:rPr>
              <a:t>C</a:t>
            </a:r>
            <a:r>
              <a:rPr dirty="0" smtClean="0" sz="600" i="1">
                <a:solidFill>
                  <a:srgbClr val="7CACCD"/>
                </a:solidFill>
                <a:latin typeface="Arial"/>
                <a:cs typeface="Arial"/>
              </a:rPr>
              <a:t>enlr</a:t>
            </a:r>
            <a:r>
              <a:rPr dirty="0" smtClean="0" sz="600" spc="14" i="1">
                <a:solidFill>
                  <a:srgbClr val="66A0C3"/>
                </a:solidFill>
                <a:latin typeface="Arial"/>
                <a:cs typeface="Arial"/>
              </a:rPr>
              <a:t>o</a:t>
            </a:r>
            <a:r>
              <a:rPr dirty="0" smtClean="0" sz="600" spc="0" i="1">
                <a:solidFill>
                  <a:srgbClr val="66A0C3"/>
                </a:solidFill>
                <a:latin typeface="Times New Roman"/>
                <a:cs typeface="Times New Roman"/>
              </a:rPr>
              <a:t>de</a:t>
            </a:r>
            <a:r>
              <a:rPr dirty="0" smtClean="0" sz="600" spc="-84" i="1">
                <a:solidFill>
                  <a:srgbClr val="66A0C3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Inform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ció</a:t>
            </a:r>
            <a:r>
              <a:rPr dirty="0" smtClean="0" sz="600" spc="-18" i="1">
                <a:solidFill>
                  <a:srgbClr val="7CACCD"/>
                </a:solidFill>
                <a:latin typeface="Arial"/>
                <a:cs typeface="Arial"/>
              </a:rPr>
              <a:t>n</a:t>
            </a:r>
            <a:r>
              <a:rPr dirty="0" smtClean="0" sz="600" spc="0" i="1">
                <a:solidFill>
                  <a:srgbClr val="66A0C3"/>
                </a:solidFill>
                <a:latin typeface="Times New Roman"/>
                <a:cs typeface="Times New Roman"/>
              </a:rPr>
              <a:t>de</a:t>
            </a:r>
            <a:r>
              <a:rPr dirty="0" smtClean="0" sz="600" spc="7" i="1">
                <a:solidFill>
                  <a:srgbClr val="66A0C3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N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cione</a:t>
            </a:r>
            <a:r>
              <a:rPr dirty="0" smtClean="0" sz="600" spc="25" i="1">
                <a:solidFill>
                  <a:srgbClr val="7CACCD"/>
                </a:solidFill>
                <a:latin typeface="Arial"/>
                <a:cs typeface="Arial"/>
              </a:rPr>
              <a:t>s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Un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ida</a:t>
            </a:r>
            <a:r>
              <a:rPr dirty="0" smtClean="0" sz="600" spc="-29" i="1">
                <a:solidFill>
                  <a:srgbClr val="7CACCD"/>
                </a:solidFill>
                <a:latin typeface="Arial"/>
                <a:cs typeface="Arial"/>
              </a:rPr>
              <a:t>s</a:t>
            </a:r>
            <a:r>
              <a:rPr dirty="0" smtClean="0" sz="600" spc="0" i="1">
                <a:solidFill>
                  <a:srgbClr val="2F85BA"/>
                </a:solidFill>
                <a:latin typeface="Arial"/>
                <a:cs typeface="Arial"/>
              </a:rPr>
              <a:t>B</a:t>
            </a:r>
            <a:r>
              <a:rPr dirty="0" smtClean="0" sz="600" spc="0" i="1">
                <a:solidFill>
                  <a:srgbClr val="508CB3"/>
                </a:solidFill>
                <a:latin typeface="Arial"/>
                <a:cs typeface="Arial"/>
              </a:rPr>
              <a:t>o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li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vi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16647" y="1242139"/>
            <a:ext cx="5763655" cy="75430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30"/>
              </a:lnSpc>
              <a:spcBef>
                <a:spcPts val="66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r>
              <a:rPr dirty="0" smtClean="0" sz="1200" spc="0">
                <a:latin typeface="Arial"/>
                <a:cs typeface="Arial"/>
              </a:rPr>
              <a:t>   </a:t>
            </a:r>
            <a:r>
              <a:rPr dirty="0" smtClean="0" sz="1200" spc="49">
                <a:latin typeface="Arial"/>
                <a:cs typeface="Arial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aso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segunda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vo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14">
                <a:latin typeface="Times New Roman"/>
                <a:cs typeface="Times New Roman"/>
              </a:rPr>
              <a:t>a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ía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pasará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exhortar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endParaRPr sz="1200">
              <a:latin typeface="Times New Roman"/>
              <a:cs typeface="Times New Roman"/>
            </a:endParaRPr>
          </a:p>
          <a:p>
            <a:pPr marL="241236" marR="573307">
              <a:lnSpc>
                <a:spcPts val="1379"/>
              </a:lnSpc>
              <a:spcBef>
                <a:spcPts val="612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f</a:t>
            </a:r>
            <a:r>
              <a:rPr dirty="0" smtClean="0" sz="1200" spc="0">
                <a:latin typeface="Times New Roman"/>
                <a:cs typeface="Times New Roman"/>
              </a:rPr>
              <a:t>avor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f</a:t>
            </a:r>
            <a:r>
              <a:rPr dirty="0" smtClean="0" sz="1200" spc="0">
                <a:latin typeface="Times New Roman"/>
                <a:cs typeface="Times New Roman"/>
              </a:rPr>
              <a:t>end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propia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is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236" marR="573307">
              <a:lnSpc>
                <a:spcPts val="1379"/>
              </a:lnSpc>
              <a:spcBef>
                <a:spcPts val="691"/>
              </a:spcBef>
            </a:pPr>
            <a:r>
              <a:rPr dirty="0" smtClean="0" sz="1200" spc="0">
                <a:latin typeface="Times New Roman"/>
                <a:cs typeface="Times New Roman"/>
              </a:rPr>
              <a:t>vo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n.</a:t>
            </a:r>
            <a:endParaRPr sz="1200">
              <a:latin typeface="Times New Roman"/>
              <a:cs typeface="Times New Roman"/>
            </a:endParaRPr>
          </a:p>
          <a:p>
            <a:pPr marL="241236" marR="153140" indent="-228536">
              <a:lnSpc>
                <a:spcPts val="1393"/>
              </a:lnSpc>
              <a:spcBef>
                <a:spcPts val="716"/>
              </a:spcBef>
              <a:tabLst>
                <a:tab pos="228600" algn="l"/>
              </a:tabLst>
            </a:pPr>
            <a:r>
              <a:rPr dirty="0" smtClean="0" sz="1200" spc="0">
                <a:latin typeface="Arial"/>
                <a:cs typeface="Arial"/>
              </a:rPr>
              <a:t>•	</a:t>
            </a:r>
            <a:r>
              <a:rPr dirty="0" smtClean="0" sz="1200" spc="0">
                <a:latin typeface="Times New Roman"/>
                <a:cs typeface="Times New Roman"/>
              </a:rPr>
              <a:t>Cuando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solu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óp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h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sido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aprob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da,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ta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ará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236" marR="153140">
              <a:lnSpc>
                <a:spcPts val="1379"/>
              </a:lnSpc>
              <a:spcBef>
                <a:spcPts val="691"/>
              </a:spcBef>
              <a:tabLst>
                <a:tab pos="228600" algn="l"/>
              </a:tabLst>
            </a:pP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scut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segundo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óp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co,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nec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sa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ia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na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prosegu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evo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236" marR="153140">
              <a:lnSpc>
                <a:spcPts val="1379"/>
              </a:lnSpc>
              <a:spcBef>
                <a:spcPts val="684"/>
              </a:spcBef>
              <a:tabLst>
                <a:tab pos="228600" algn="l"/>
              </a:tabLst>
            </a:pP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co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ab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na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nu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va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gen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a.</a:t>
            </a:r>
            <a:endParaRPr sz="1200">
              <a:latin typeface="Times New Roman"/>
              <a:cs typeface="Times New Roman"/>
            </a:endParaRPr>
          </a:p>
          <a:p>
            <a:pPr marL="12700" marR="4576">
              <a:lnSpc>
                <a:spcPts val="1392"/>
              </a:lnSpc>
              <a:spcBef>
                <a:spcPts val="724"/>
              </a:spcBef>
            </a:pPr>
            <a:r>
              <a:rPr dirty="0" smtClean="0" sz="1200" spc="0" b="1">
                <a:latin typeface="Times New Roman"/>
                <a:cs typeface="Times New Roman"/>
              </a:rPr>
              <a:t>T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e</a:t>
            </a:r>
            <a:r>
              <a:rPr dirty="0" smtClean="0" sz="1200" spc="4" b="1">
                <a:latin typeface="Times New Roman"/>
                <a:cs typeface="Times New Roman"/>
              </a:rPr>
              <a:t>m</a:t>
            </a:r>
            <a:r>
              <a:rPr dirty="0" smtClean="0" sz="1200" spc="0" b="1">
                <a:latin typeface="Times New Roman"/>
                <a:cs typeface="Times New Roman"/>
              </a:rPr>
              <a:t>po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l</a:t>
            </a:r>
            <a:r>
              <a:rPr dirty="0" smtClean="0" sz="1200" spc="-14" b="1">
                <a:latin typeface="Times New Roman"/>
                <a:cs typeface="Times New Roman"/>
              </a:rPr>
              <a:t>í</a:t>
            </a:r>
            <a:r>
              <a:rPr dirty="0" smtClean="0" sz="1200" spc="19" b="1">
                <a:latin typeface="Times New Roman"/>
                <a:cs typeface="Times New Roman"/>
              </a:rPr>
              <a:t>m</a:t>
            </a:r>
            <a:r>
              <a:rPr dirty="0" smtClean="0" sz="1200" spc="0" b="1">
                <a:latin typeface="Times New Roman"/>
                <a:cs typeface="Times New Roman"/>
              </a:rPr>
              <a:t>ite</a:t>
            </a:r>
            <a:r>
              <a:rPr dirty="0" smtClean="0" sz="1200" spc="-4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en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-4" b="1">
                <a:latin typeface="Times New Roman"/>
                <a:cs typeface="Times New Roman"/>
              </a:rPr>
              <a:t>l</a:t>
            </a:r>
            <a:r>
              <a:rPr dirty="0" smtClean="0" sz="1200" spc="0" b="1">
                <a:latin typeface="Times New Roman"/>
                <a:cs typeface="Times New Roman"/>
              </a:rPr>
              <a:t>os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4" b="1">
                <a:latin typeface="Times New Roman"/>
                <a:cs typeface="Times New Roman"/>
              </a:rPr>
              <a:t>d</a:t>
            </a:r>
            <a:r>
              <a:rPr dirty="0" smtClean="0" sz="1200" spc="0" b="1">
                <a:latin typeface="Times New Roman"/>
                <a:cs typeface="Times New Roman"/>
              </a:rPr>
              <a:t>iscursos:</a:t>
            </a:r>
            <a:r>
              <a:rPr dirty="0" smtClean="0" sz="1200" spc="-9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ie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po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orador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será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puesto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después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4576">
              <a:lnSpc>
                <a:spcPts val="1379"/>
              </a:lnSpc>
              <a:spcBef>
                <a:spcPts val="69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ber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sta</a:t>
            </a:r>
            <a:r>
              <a:rPr dirty="0" smtClean="0" sz="1200" spc="4">
                <a:latin typeface="Times New Roman"/>
                <a:cs typeface="Times New Roman"/>
              </a:rPr>
              <a:t>b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ag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nda.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ción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debe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dos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í</a:t>
            </a:r>
            <a:r>
              <a:rPr dirty="0" smtClean="0" sz="1200" spc="-4">
                <a:latin typeface="Times New Roman"/>
                <a:cs typeface="Times New Roman"/>
              </a:rPr>
              <a:t>n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endParaRPr sz="1200">
              <a:latin typeface="Times New Roman"/>
              <a:cs typeface="Times New Roman"/>
            </a:endParaRPr>
          </a:p>
          <a:p>
            <a:pPr marL="12700" marR="108271">
              <a:lnSpc>
                <a:spcPts val="1379"/>
              </a:lnSpc>
              <a:spcBef>
                <a:spcPts val="714"/>
              </a:spcBef>
            </a:pP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nco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áxi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o.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presid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era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9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nne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esar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sión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108271">
              <a:lnSpc>
                <a:spcPts val="1379"/>
              </a:lnSpc>
              <a:spcBef>
                <a:spcPts val="691"/>
              </a:spcBef>
            </a:pP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consenso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después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rias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opuest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esa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ede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fuera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orden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108271">
              <a:lnSpc>
                <a:spcPts val="1379"/>
              </a:lnSpc>
              <a:spcBef>
                <a:spcPts val="691"/>
              </a:spcBef>
            </a:pPr>
            <a:r>
              <a:rPr dirty="0" smtClean="0" sz="1200" spc="0">
                <a:latin typeface="Times New Roman"/>
                <a:cs typeface="Times New Roman"/>
              </a:rPr>
              <a:t>est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b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po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í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ite.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ador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xc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po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oder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dor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pe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108271">
              <a:lnSpc>
                <a:spcPts val="1379"/>
              </a:lnSpc>
              <a:spcBef>
                <a:spcPts val="691"/>
              </a:spcBef>
            </a:pP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ir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disc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rso.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apr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sura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finalizar,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presi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ara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108271">
              <a:lnSpc>
                <a:spcPts val="1379"/>
              </a:lnSpc>
              <a:spcBef>
                <a:spcPts val="691"/>
              </a:spcBef>
            </a:pP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n.</a:t>
            </a:r>
            <a:endParaRPr sz="1200">
              <a:latin typeface="Times New Roman"/>
              <a:cs typeface="Times New Roman"/>
            </a:endParaRPr>
          </a:p>
          <a:p>
            <a:pPr marL="12700" marR="15483">
              <a:lnSpc>
                <a:spcPct val="95825"/>
              </a:lnSpc>
              <a:spcBef>
                <a:spcPts val="726"/>
              </a:spcBef>
            </a:pPr>
            <a:r>
              <a:rPr dirty="0" smtClean="0" sz="1200" spc="0" b="1">
                <a:latin typeface="Times New Roman"/>
                <a:cs typeface="Times New Roman"/>
              </a:rPr>
              <a:t>L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sta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de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orador</a:t>
            </a:r>
            <a:r>
              <a:rPr dirty="0" smtClean="0" sz="1200" spc="-4" b="1">
                <a:latin typeface="Times New Roman"/>
                <a:cs typeface="Times New Roman"/>
              </a:rPr>
              <a:t>e</a:t>
            </a:r>
            <a:r>
              <a:rPr dirty="0" smtClean="0" sz="1200" spc="0" b="1">
                <a:latin typeface="Times New Roman"/>
                <a:cs typeface="Times New Roman"/>
              </a:rPr>
              <a:t>s:</a:t>
            </a:r>
            <a:r>
              <a:rPr dirty="0" smtClean="0" sz="1200" spc="-14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Después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hab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ado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po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dor,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gún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legado</a:t>
            </a:r>
            <a:endParaRPr sz="1200">
              <a:latin typeface="Times New Roman"/>
              <a:cs typeface="Times New Roman"/>
            </a:endParaRPr>
          </a:p>
          <a:p>
            <a:pPr marL="12700" marR="1896">
              <a:lnSpc>
                <a:spcPts val="1379"/>
              </a:lnSpc>
              <a:spcBef>
                <a:spcPts val="680"/>
              </a:spcBef>
            </a:pPr>
            <a:r>
              <a:rPr dirty="0" smtClean="0" sz="1200" spc="0">
                <a:latin typeface="Times New Roman"/>
                <a:cs typeface="Times New Roman"/>
              </a:rPr>
              <a:t>podrá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propon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bra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sta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ores.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g</a:t>
            </a:r>
            <a:r>
              <a:rPr dirty="0" smtClean="0" sz="1200" spc="0">
                <a:latin typeface="Times New Roman"/>
                <a:cs typeface="Times New Roman"/>
              </a:rPr>
              <a:t>ado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lis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será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</a:t>
            </a:r>
            <a:r>
              <a:rPr dirty="0" smtClean="0" sz="1200" spc="14">
                <a:latin typeface="Times New Roman"/>
                <a:cs typeface="Times New Roman"/>
              </a:rPr>
              <a:t>a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1896">
              <a:lnSpc>
                <a:spcPts val="1379"/>
              </a:lnSpc>
              <a:spcBef>
                <a:spcPts val="691"/>
              </a:spcBef>
            </a:pPr>
            <a:r>
              <a:rPr dirty="0" smtClean="0" sz="1200" spc="0">
                <a:latin typeface="Times New Roman"/>
                <a:cs typeface="Times New Roman"/>
              </a:rPr>
              <a:t>propuesto;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dese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adjun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arse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,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eb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rán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secund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n,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is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1896">
              <a:lnSpc>
                <a:spcPts val="1379"/>
              </a:lnSpc>
              <a:spcBef>
                <a:spcPts val="691"/>
              </a:spcBef>
            </a:pPr>
            <a:r>
              <a:rPr dirty="0" smtClean="0" sz="1200" spc="0">
                <a:latin typeface="Times New Roman"/>
                <a:cs typeface="Times New Roman"/>
              </a:rPr>
              <a:t>orador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nunca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pu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err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da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abr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ara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óp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9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1896">
              <a:lnSpc>
                <a:spcPts val="1379"/>
              </a:lnSpc>
              <a:spcBef>
                <a:spcPts val="691"/>
              </a:spcBef>
            </a:pPr>
            <a:r>
              <a:rPr dirty="0" smtClean="0" sz="1200" spc="0">
                <a:latin typeface="Times New Roman"/>
                <a:cs typeface="Times New Roman"/>
              </a:rPr>
              <a:t>aprob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sol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ó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ico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op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para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ar.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1896">
              <a:lnSpc>
                <a:spcPts val="1392"/>
              </a:lnSpc>
              <a:spcBef>
                <a:spcPts val="691"/>
              </a:spcBef>
            </a:pPr>
            <a:r>
              <a:rPr dirty="0" smtClean="0" sz="1200" spc="0" b="1">
                <a:latin typeface="Times New Roman"/>
                <a:cs typeface="Times New Roman"/>
              </a:rPr>
              <a:t>Discursos:</a:t>
            </a:r>
            <a:r>
              <a:rPr dirty="0" smtClean="0" sz="1200" spc="-14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scurso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gado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b</a:t>
            </a:r>
            <a:r>
              <a:rPr dirty="0" smtClean="0" sz="1200" spc="0">
                <a:latin typeface="Times New Roman"/>
                <a:cs typeface="Times New Roman"/>
              </a:rPr>
              <a:t>rinda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resto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ara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1896">
              <a:lnSpc>
                <a:spcPts val="1379"/>
              </a:lnSpc>
              <a:spcBef>
                <a:spcPts val="697"/>
              </a:spcBef>
            </a:pPr>
            <a:r>
              <a:rPr dirty="0" smtClean="0" sz="1200" spc="0">
                <a:latin typeface="Times New Roman"/>
                <a:cs typeface="Times New Roman"/>
              </a:rPr>
              <a:t>cono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pos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</a:t>
            </a:r>
            <a:r>
              <a:rPr dirty="0" smtClean="0" sz="1200" spc="-4">
                <a:latin typeface="Times New Roman"/>
                <a:cs typeface="Times New Roman"/>
              </a:rPr>
              <a:t>í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respe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to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óp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4">
                <a:latin typeface="Times New Roman"/>
                <a:cs typeface="Times New Roman"/>
              </a:rPr>
              <a:t>b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estruc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ura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1896">
              <a:lnSpc>
                <a:spcPts val="1379"/>
              </a:lnSpc>
              <a:spcBef>
                <a:spcPts val="691"/>
              </a:spcBef>
            </a:pPr>
            <a:r>
              <a:rPr dirty="0" smtClean="0" sz="1200" spc="0">
                <a:latin typeface="Times New Roman"/>
                <a:cs typeface="Times New Roman"/>
              </a:rPr>
              <a:t>coh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(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trodu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desarro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lo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sión)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nfo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ver</a:t>
            </a:r>
            <a:r>
              <a:rPr dirty="0" smtClean="0" sz="1200" spc="-4">
                <a:latin typeface="Times New Roman"/>
                <a:cs typeface="Times New Roman"/>
              </a:rPr>
              <a:t>í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Nin</a:t>
            </a:r>
            <a:r>
              <a:rPr dirty="0" smtClean="0" sz="1200" spc="4">
                <a:latin typeface="Times New Roman"/>
                <a:cs typeface="Times New Roman"/>
              </a:rPr>
              <a:t>g</a:t>
            </a:r>
            <a:r>
              <a:rPr dirty="0" smtClean="0" sz="1200" spc="0">
                <a:latin typeface="Times New Roman"/>
                <a:cs typeface="Times New Roman"/>
              </a:rPr>
              <a:t>ún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1896">
              <a:lnSpc>
                <a:spcPts val="1379"/>
              </a:lnSpc>
              <a:spcBef>
                <a:spcPts val="691"/>
              </a:spcBef>
            </a:pPr>
            <a:r>
              <a:rPr dirty="0" smtClean="0" sz="1200" spc="0">
                <a:latin typeface="Times New Roman"/>
                <a:cs typeface="Times New Roman"/>
              </a:rPr>
              <a:t>repr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sént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pu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dirig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rse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foro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sesi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sin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hab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ob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riza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1896">
              <a:lnSpc>
                <a:spcPts val="1379"/>
              </a:lnSpc>
              <a:spcBef>
                <a:spcPts val="691"/>
              </a:spcBef>
            </a:pP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esa.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si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podrá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aso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g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1896">
              <a:lnSpc>
                <a:spcPts val="1379"/>
              </a:lnSpc>
              <a:spcBef>
                <a:spcPts val="691"/>
              </a:spcBef>
            </a:pPr>
            <a:r>
              <a:rPr dirty="0" smtClean="0" sz="1200" spc="0">
                <a:latin typeface="Times New Roman"/>
                <a:cs typeface="Times New Roman"/>
              </a:rPr>
              <a:t>sea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of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nsivo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foro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ha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orador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be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ef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irse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foro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s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gu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1896">
              <a:lnSpc>
                <a:spcPts val="1379"/>
              </a:lnSpc>
              <a:spcBef>
                <a:spcPts val="691"/>
              </a:spcBef>
            </a:pP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é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“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ón”,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“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gob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0">
                <a:latin typeface="Times New Roman"/>
                <a:cs typeface="Times New Roman"/>
              </a:rPr>
              <a:t>no”,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“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”,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“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o”.</a:t>
            </a:r>
            <a:endParaRPr sz="1200">
              <a:latin typeface="Times New Roman"/>
              <a:cs typeface="Times New Roman"/>
            </a:endParaRPr>
          </a:p>
          <a:p>
            <a:pPr marL="12700" marR="97590">
              <a:lnSpc>
                <a:spcPts val="1392"/>
              </a:lnSpc>
              <a:spcBef>
                <a:spcPts val="726"/>
              </a:spcBef>
            </a:pPr>
            <a:r>
              <a:rPr dirty="0" smtClean="0" sz="1200" spc="0" b="1">
                <a:latin typeface="Times New Roman"/>
                <a:cs typeface="Times New Roman"/>
              </a:rPr>
              <a:t>Ceder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-4" b="1">
                <a:latin typeface="Times New Roman"/>
                <a:cs typeface="Times New Roman"/>
              </a:rPr>
              <a:t>e</a:t>
            </a:r>
            <a:r>
              <a:rPr dirty="0" smtClean="0" sz="1200" spc="0" b="1">
                <a:latin typeface="Times New Roman"/>
                <a:cs typeface="Times New Roman"/>
              </a:rPr>
              <a:t>l</a:t>
            </a:r>
            <a:r>
              <a:rPr dirty="0" smtClean="0" sz="1200" spc="-4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ti</a:t>
            </a:r>
            <a:r>
              <a:rPr dirty="0" smtClean="0" sz="1200" spc="-4" b="1">
                <a:latin typeface="Times New Roman"/>
                <a:cs typeface="Times New Roman"/>
              </a:rPr>
              <a:t>e</a:t>
            </a:r>
            <a:r>
              <a:rPr dirty="0" smtClean="0" sz="1200" spc="19" b="1">
                <a:latin typeface="Times New Roman"/>
                <a:cs typeface="Times New Roman"/>
              </a:rPr>
              <a:t>m</a:t>
            </a:r>
            <a:r>
              <a:rPr dirty="0" smtClean="0" sz="1200" spc="0" b="1">
                <a:latin typeface="Times New Roman"/>
                <a:cs typeface="Times New Roman"/>
              </a:rPr>
              <a:t>po:</a:t>
            </a:r>
            <a:r>
              <a:rPr dirty="0" smtClean="0" sz="1200" spc="4" b="1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para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ha</a:t>
            </a:r>
            <a:r>
              <a:rPr dirty="0" smtClean="0" sz="1200" spc="4">
                <a:latin typeface="Times New Roman"/>
                <a:cs typeface="Times New Roman"/>
              </a:rPr>
              <a:t>b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dur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po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dete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ado,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97590">
              <a:lnSpc>
                <a:spcPts val="1379"/>
              </a:lnSpc>
              <a:spcBef>
                <a:spcPts val="685"/>
              </a:spcBef>
            </a:pP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ir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discurso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puede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der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sobra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</a:t>
            </a:r>
            <a:r>
              <a:rPr dirty="0" smtClean="0" sz="1200" spc="-4">
                <a:latin typeface="Times New Roman"/>
                <a:cs typeface="Times New Roman"/>
              </a:rPr>
              <a:t>g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12700" marR="15483">
              <a:lnSpc>
                <a:spcPct val="95825"/>
              </a:lnSpc>
              <a:spcBef>
                <a:spcPts val="723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r>
              <a:rPr dirty="0" smtClean="0" sz="1200" spc="0">
                <a:latin typeface="Arial"/>
                <a:cs typeface="Arial"/>
              </a:rPr>
              <a:t>   </a:t>
            </a:r>
            <a:r>
              <a:rPr dirty="0" smtClean="0" sz="1200" spc="49">
                <a:latin typeface="Arial"/>
                <a:cs typeface="Arial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Ceder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t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e</a:t>
            </a:r>
            <a:r>
              <a:rPr dirty="0" smtClean="0" sz="1200" spc="4" b="1">
                <a:latin typeface="Times New Roman"/>
                <a:cs typeface="Times New Roman"/>
              </a:rPr>
              <a:t>m</a:t>
            </a:r>
            <a:r>
              <a:rPr dirty="0" smtClean="0" sz="1200" spc="0" b="1">
                <a:latin typeface="Times New Roman"/>
                <a:cs typeface="Times New Roman"/>
              </a:rPr>
              <a:t>po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a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otro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del</a:t>
            </a:r>
            <a:r>
              <a:rPr dirty="0" smtClean="0" sz="1200" spc="-4" b="1">
                <a:latin typeface="Times New Roman"/>
                <a:cs typeface="Times New Roman"/>
              </a:rPr>
              <a:t>e</a:t>
            </a:r>
            <a:r>
              <a:rPr dirty="0" smtClean="0" sz="1200" spc="0" b="1">
                <a:latin typeface="Times New Roman"/>
                <a:cs typeface="Times New Roman"/>
              </a:rPr>
              <a:t>gado:</a:t>
            </a:r>
            <a:r>
              <a:rPr dirty="0" smtClean="0" sz="1200" spc="4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restan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podrá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g</a:t>
            </a:r>
            <a:r>
              <a:rPr dirty="0" smtClean="0" sz="1200" spc="0">
                <a:latin typeface="Times New Roman"/>
                <a:cs typeface="Times New Roman"/>
              </a:rPr>
              <a:t>ado,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endParaRPr sz="1200">
              <a:latin typeface="Times New Roman"/>
              <a:cs typeface="Times New Roman"/>
            </a:endParaRPr>
          </a:p>
          <a:p>
            <a:pPr marL="241236" marR="15483">
              <a:lnSpc>
                <a:spcPct val="95825"/>
              </a:lnSpc>
              <a:spcBef>
                <a:spcPts val="690"/>
              </a:spcBef>
            </a:pP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podrá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rlo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tra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ve</a:t>
            </a:r>
            <a:r>
              <a:rPr dirty="0" smtClean="0" sz="1200" spc="-4">
                <a:latin typeface="Times New Roman"/>
                <a:cs typeface="Times New Roman"/>
              </a:rPr>
              <a:t>z</a:t>
            </a:r>
            <a:r>
              <a:rPr dirty="0" smtClean="0" sz="1200" spc="0">
                <a:latin typeface="Times New Roman"/>
                <a:cs typeface="Times New Roman"/>
              </a:rPr>
              <a:t>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gado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ede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ti</a:t>
            </a:r>
            <a:r>
              <a:rPr dirty="0" smtClean="0" sz="1200" spc="9">
                <a:latin typeface="Times New Roman"/>
                <a:cs typeface="Times New Roman"/>
              </a:rPr>
              <a:t>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po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do.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8047" y="2819352"/>
            <a:ext cx="176072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4">
                <a:latin typeface="Arial"/>
                <a:cs typeface="Arial"/>
              </a:rPr>
              <a:t>6.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8047" y="4661233"/>
            <a:ext cx="176072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4">
                <a:latin typeface="Arial"/>
                <a:cs typeface="Arial"/>
              </a:rPr>
              <a:t>7.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8047" y="5975937"/>
            <a:ext cx="176072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4">
                <a:latin typeface="Arial"/>
                <a:cs typeface="Arial"/>
              </a:rPr>
              <a:t>8.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8047" y="7817564"/>
            <a:ext cx="176072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4">
                <a:latin typeface="Arial"/>
                <a:cs typeface="Arial"/>
              </a:rPr>
              <a:t>9.</a:t>
            </a:r>
            <a:endParaRPr sz="12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63600" y="1085215"/>
            <a:ext cx="600837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863600" y="1224915"/>
            <a:ext cx="6008370" cy="0"/>
          </a:xfrm>
          <a:custGeom>
            <a:avLst/>
            <a:gdLst/>
            <a:ahLst/>
            <a:cxnLst/>
            <a:rect l="l" t="t" r="r" b="b"/>
            <a:pathLst>
              <a:path w="6008370" h="0">
                <a:moveTo>
                  <a:pt x="0" y="0"/>
                </a:moveTo>
                <a:lnTo>
                  <a:pt x="600837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615432" y="437490"/>
            <a:ext cx="1261333" cy="508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985"/>
              </a:lnSpc>
              <a:spcBef>
                <a:spcPts val="199"/>
              </a:spcBef>
            </a:pPr>
            <a:r>
              <a:rPr dirty="0" smtClean="0" sz="3800" b="1" i="1">
                <a:latin typeface="Arial"/>
                <a:cs typeface="Arial"/>
              </a:rPr>
              <a:t>ctJn</a:t>
            </a:r>
            <a:r>
              <a:rPr dirty="0" smtClean="0" sz="3800" spc="-869" b="1" i="1">
                <a:latin typeface="Arial"/>
                <a:cs typeface="Arial"/>
              </a:rPr>
              <a:t>u</a:t>
            </a:r>
            <a:r>
              <a:rPr dirty="0" smtClean="0" sz="3800" spc="0" b="1" i="1">
                <a:solidFill>
                  <a:srgbClr val="66A0C3"/>
                </a:solidFill>
                <a:latin typeface="Arial"/>
                <a:cs typeface="Arial"/>
              </a:rPr>
              <a:t>e</a:t>
            </a:r>
            <a:endParaRPr sz="3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49905" y="588449"/>
            <a:ext cx="1673225" cy="5089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530"/>
              </a:lnSpc>
              <a:spcBef>
                <a:spcPts val="76"/>
              </a:spcBef>
            </a:pPr>
            <a:r>
              <a:rPr dirty="0" smtClean="0" sz="1400" spc="0" b="1">
                <a:latin typeface="Times New Roman"/>
                <a:cs typeface="Times New Roman"/>
              </a:rPr>
              <a:t>CHR</a:t>
            </a:r>
            <a:r>
              <a:rPr dirty="0" smtClean="0" sz="1400" spc="-4" b="1">
                <a:latin typeface="Times New Roman"/>
                <a:cs typeface="Times New Roman"/>
              </a:rPr>
              <a:t>I</a:t>
            </a:r>
            <a:r>
              <a:rPr dirty="0" smtClean="0" sz="1400" spc="0" b="1">
                <a:latin typeface="Times New Roman"/>
                <a:cs typeface="Times New Roman"/>
              </a:rPr>
              <a:t>STA</a:t>
            </a:r>
            <a:r>
              <a:rPr dirty="0" smtClean="0" sz="1400" spc="-4" b="1">
                <a:latin typeface="Times New Roman"/>
                <a:cs typeface="Times New Roman"/>
              </a:rPr>
              <a:t>M</a:t>
            </a:r>
            <a:r>
              <a:rPr dirty="0" smtClean="0" sz="1400" spc="0" b="1">
                <a:latin typeface="Times New Roman"/>
                <a:cs typeface="Times New Roman"/>
              </a:rPr>
              <a:t>UN</a:t>
            </a:r>
            <a:r>
              <a:rPr dirty="0" smtClean="0" sz="1400" spc="9" b="1">
                <a:latin typeface="Times New Roman"/>
                <a:cs typeface="Times New Roman"/>
              </a:rPr>
              <a:t> </a:t>
            </a:r>
            <a:r>
              <a:rPr dirty="0" smtClean="0" sz="1400" spc="0" b="1">
                <a:latin typeface="Times New Roman"/>
                <a:cs typeface="Times New Roman"/>
              </a:rPr>
              <a:t>2026</a:t>
            </a:r>
            <a:endParaRPr sz="1400">
              <a:latin typeface="Times New Roman"/>
              <a:cs typeface="Times New Roman"/>
            </a:endParaRPr>
          </a:p>
          <a:p>
            <a:pPr marL="92686" marR="107025" algn="ctr">
              <a:lnSpc>
                <a:spcPct val="101725"/>
              </a:lnSpc>
              <a:spcBef>
                <a:spcPts val="858"/>
              </a:spcBef>
            </a:pP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T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r</a:t>
            </a:r>
            <a:r>
              <a:rPr dirty="0" smtClean="0" sz="1200" spc="4">
                <a:solidFill>
                  <a:srgbClr val="313D4F"/>
                </a:solidFill>
                <a:latin typeface="Calibri"/>
                <a:cs typeface="Calibri"/>
              </a:rPr>
              <a:t>i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nid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a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d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-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B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eni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-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B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o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li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v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ia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83428" y="885674"/>
            <a:ext cx="1249693" cy="1020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dirty="0" smtClean="0" sz="600" i="1">
                <a:solidFill>
                  <a:srgbClr val="66A0C3"/>
                </a:solidFill>
                <a:latin typeface="Arial"/>
                <a:cs typeface="Arial"/>
              </a:rPr>
              <a:t>C</a:t>
            </a:r>
            <a:r>
              <a:rPr dirty="0" smtClean="0" sz="600" i="1">
                <a:solidFill>
                  <a:srgbClr val="7CACCD"/>
                </a:solidFill>
                <a:latin typeface="Arial"/>
                <a:cs typeface="Arial"/>
              </a:rPr>
              <a:t>enlr</a:t>
            </a:r>
            <a:r>
              <a:rPr dirty="0" smtClean="0" sz="600" spc="14" i="1">
                <a:solidFill>
                  <a:srgbClr val="66A0C3"/>
                </a:solidFill>
                <a:latin typeface="Arial"/>
                <a:cs typeface="Arial"/>
              </a:rPr>
              <a:t>o</a:t>
            </a:r>
            <a:r>
              <a:rPr dirty="0" smtClean="0" sz="600" spc="0" i="1">
                <a:solidFill>
                  <a:srgbClr val="66A0C3"/>
                </a:solidFill>
                <a:latin typeface="Times New Roman"/>
                <a:cs typeface="Times New Roman"/>
              </a:rPr>
              <a:t>de</a:t>
            </a:r>
            <a:r>
              <a:rPr dirty="0" smtClean="0" sz="600" spc="-84" i="1">
                <a:solidFill>
                  <a:srgbClr val="66A0C3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Inform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ció</a:t>
            </a:r>
            <a:r>
              <a:rPr dirty="0" smtClean="0" sz="600" spc="-18" i="1">
                <a:solidFill>
                  <a:srgbClr val="7CACCD"/>
                </a:solidFill>
                <a:latin typeface="Arial"/>
                <a:cs typeface="Arial"/>
              </a:rPr>
              <a:t>n</a:t>
            </a:r>
            <a:r>
              <a:rPr dirty="0" smtClean="0" sz="600" spc="0" i="1">
                <a:solidFill>
                  <a:srgbClr val="66A0C3"/>
                </a:solidFill>
                <a:latin typeface="Times New Roman"/>
                <a:cs typeface="Times New Roman"/>
              </a:rPr>
              <a:t>de</a:t>
            </a:r>
            <a:r>
              <a:rPr dirty="0" smtClean="0" sz="600" spc="7" i="1">
                <a:solidFill>
                  <a:srgbClr val="66A0C3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N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cione</a:t>
            </a:r>
            <a:r>
              <a:rPr dirty="0" smtClean="0" sz="600" spc="25" i="1">
                <a:solidFill>
                  <a:srgbClr val="7CACCD"/>
                </a:solidFill>
                <a:latin typeface="Arial"/>
                <a:cs typeface="Arial"/>
              </a:rPr>
              <a:t>s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Un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ida</a:t>
            </a:r>
            <a:r>
              <a:rPr dirty="0" smtClean="0" sz="600" spc="-29" i="1">
                <a:solidFill>
                  <a:srgbClr val="7CACCD"/>
                </a:solidFill>
                <a:latin typeface="Arial"/>
                <a:cs typeface="Arial"/>
              </a:rPr>
              <a:t>s</a:t>
            </a:r>
            <a:r>
              <a:rPr dirty="0" smtClean="0" sz="600" spc="0" i="1">
                <a:solidFill>
                  <a:srgbClr val="2F85BA"/>
                </a:solidFill>
                <a:latin typeface="Arial"/>
                <a:cs typeface="Arial"/>
              </a:rPr>
              <a:t>B</a:t>
            </a:r>
            <a:r>
              <a:rPr dirty="0" smtClean="0" sz="600" spc="0" i="1">
                <a:solidFill>
                  <a:srgbClr val="508CB3"/>
                </a:solidFill>
                <a:latin typeface="Arial"/>
                <a:cs typeface="Arial"/>
              </a:rPr>
              <a:t>o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li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vi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8047" y="1242139"/>
            <a:ext cx="6010056" cy="780589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41300" marR="13586">
              <a:lnSpc>
                <a:spcPts val="1330"/>
              </a:lnSpc>
              <a:spcBef>
                <a:spcPts val="66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r>
              <a:rPr dirty="0" smtClean="0" sz="1200" spc="0">
                <a:latin typeface="Arial"/>
                <a:cs typeface="Arial"/>
              </a:rPr>
              <a:t>   </a:t>
            </a:r>
            <a:r>
              <a:rPr dirty="0" smtClean="0" sz="1200" spc="49">
                <a:latin typeface="Arial"/>
                <a:cs typeface="Arial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Ceder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t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e</a:t>
            </a:r>
            <a:r>
              <a:rPr dirty="0" smtClean="0" sz="1200" spc="4" b="1">
                <a:latin typeface="Times New Roman"/>
                <a:cs typeface="Times New Roman"/>
              </a:rPr>
              <a:t>m</a:t>
            </a:r>
            <a:r>
              <a:rPr dirty="0" smtClean="0" sz="1200" spc="0" b="1">
                <a:latin typeface="Times New Roman"/>
                <a:cs typeface="Times New Roman"/>
              </a:rPr>
              <a:t>po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a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4" b="1">
                <a:latin typeface="Times New Roman"/>
                <a:cs typeface="Times New Roman"/>
              </a:rPr>
              <a:t>p</a:t>
            </a:r>
            <a:r>
              <a:rPr dirty="0" smtClean="0" sz="1200" spc="0" b="1">
                <a:latin typeface="Times New Roman"/>
                <a:cs typeface="Times New Roman"/>
              </a:rPr>
              <a:t>r</a:t>
            </a:r>
            <a:r>
              <a:rPr dirty="0" smtClean="0" sz="1200" spc="-4" b="1">
                <a:latin typeface="Times New Roman"/>
                <a:cs typeface="Times New Roman"/>
              </a:rPr>
              <a:t>e</a:t>
            </a:r>
            <a:r>
              <a:rPr dirty="0" smtClean="0" sz="1200" spc="0" b="1">
                <a:latin typeface="Times New Roman"/>
                <a:cs typeface="Times New Roman"/>
              </a:rPr>
              <a:t>gu</a:t>
            </a:r>
            <a:r>
              <a:rPr dirty="0" smtClean="0" sz="1200" spc="4" b="1">
                <a:latin typeface="Times New Roman"/>
                <a:cs typeface="Times New Roman"/>
              </a:rPr>
              <a:t>n</a:t>
            </a:r>
            <a:r>
              <a:rPr dirty="0" smtClean="0" sz="1200" spc="0" b="1">
                <a:latin typeface="Times New Roman"/>
                <a:cs typeface="Times New Roman"/>
              </a:rPr>
              <a:t>tas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del</a:t>
            </a:r>
            <a:r>
              <a:rPr dirty="0" smtClean="0" sz="1200" spc="-14" b="1">
                <a:latin typeface="Times New Roman"/>
                <a:cs typeface="Times New Roman"/>
              </a:rPr>
              <a:t> </a:t>
            </a:r>
            <a:r>
              <a:rPr dirty="0" smtClean="0" sz="1200" spc="9" b="1">
                <a:latin typeface="Times New Roman"/>
                <a:cs typeface="Times New Roman"/>
              </a:rPr>
              <a:t>f</a:t>
            </a:r>
            <a:r>
              <a:rPr dirty="0" smtClean="0" sz="1200" spc="0" b="1">
                <a:latin typeface="Times New Roman"/>
                <a:cs typeface="Times New Roman"/>
              </a:rPr>
              <a:t>oro:</a:t>
            </a:r>
            <a:r>
              <a:rPr dirty="0" smtClean="0" sz="1200" spc="4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ali</a:t>
            </a:r>
            <a:r>
              <a:rPr dirty="0" smtClean="0" sz="1200" spc="-4">
                <a:latin typeface="Times New Roman"/>
                <a:cs typeface="Times New Roman"/>
              </a:rPr>
              <a:t>z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pregun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foro.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endParaRPr sz="1200">
              <a:latin typeface="Times New Roman"/>
              <a:cs typeface="Times New Roman"/>
            </a:endParaRPr>
          </a:p>
          <a:p>
            <a:pPr marL="469836">
              <a:lnSpc>
                <a:spcPts val="1379"/>
              </a:lnSpc>
              <a:spcBef>
                <a:spcPts val="612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pregun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scurso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9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orad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r,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</a:t>
            </a:r>
            <a:r>
              <a:rPr dirty="0" smtClean="0" sz="1200" spc="-4">
                <a:latin typeface="Times New Roman"/>
                <a:cs typeface="Times New Roman"/>
              </a:rPr>
              <a:t>á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nad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469836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presid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án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ados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b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solo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gun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respe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va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posi</a:t>
            </a:r>
            <a:r>
              <a:rPr dirty="0" smtClean="0" sz="1200" spc="4">
                <a:latin typeface="Times New Roman"/>
                <a:cs typeface="Times New Roman"/>
              </a:rPr>
              <a:t>b</a:t>
            </a:r>
            <a:r>
              <a:rPr dirty="0" smtClean="0" sz="1200" spc="0">
                <a:latin typeface="Times New Roman"/>
                <a:cs typeface="Times New Roman"/>
              </a:rPr>
              <a:t>le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469836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pregun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subse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uente,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debe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lac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onada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pregu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orig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na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.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ap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ra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469836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pre</a:t>
            </a:r>
            <a:r>
              <a:rPr dirty="0" smtClean="0" sz="1200" spc="4">
                <a:latin typeface="Times New Roman"/>
                <a:cs typeface="Times New Roman"/>
              </a:rPr>
              <a:t>á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bu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ará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fu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orden.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ad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puede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g</a:t>
            </a:r>
            <a:r>
              <a:rPr dirty="0" smtClean="0" sz="1200" spc="0">
                <a:latin typeface="Times New Roman"/>
                <a:cs typeface="Times New Roman"/>
              </a:rPr>
              <a:t>ir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spo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der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gun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a.</a:t>
            </a:r>
            <a:endParaRPr sz="1200">
              <a:latin typeface="Times New Roman"/>
              <a:cs typeface="Times New Roman"/>
            </a:endParaRPr>
          </a:p>
          <a:p>
            <a:pPr marL="469836" marR="65608" indent="-228536">
              <a:lnSpc>
                <a:spcPts val="1393"/>
              </a:lnSpc>
              <a:spcBef>
                <a:spcPts val="719"/>
              </a:spcBef>
              <a:tabLst>
                <a:tab pos="457200" algn="l"/>
              </a:tabLst>
            </a:pPr>
            <a:r>
              <a:rPr dirty="0" smtClean="0" sz="1200" spc="0">
                <a:latin typeface="Arial"/>
                <a:cs typeface="Arial"/>
              </a:rPr>
              <a:t>•	</a:t>
            </a:r>
            <a:r>
              <a:rPr dirty="0" smtClean="0" sz="1200" spc="0" b="1">
                <a:latin typeface="Times New Roman"/>
                <a:cs typeface="Times New Roman"/>
              </a:rPr>
              <a:t>Ceder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-4" b="1">
                <a:latin typeface="Times New Roman"/>
                <a:cs typeface="Times New Roman"/>
              </a:rPr>
              <a:t>e</a:t>
            </a:r>
            <a:r>
              <a:rPr dirty="0" smtClean="0" sz="1200" spc="0" b="1">
                <a:latin typeface="Times New Roman"/>
                <a:cs typeface="Times New Roman"/>
              </a:rPr>
              <a:t>l</a:t>
            </a:r>
            <a:r>
              <a:rPr dirty="0" smtClean="0" sz="1200" spc="-4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ti</a:t>
            </a:r>
            <a:r>
              <a:rPr dirty="0" smtClean="0" sz="1200" spc="-4" b="1">
                <a:latin typeface="Times New Roman"/>
                <a:cs typeface="Times New Roman"/>
              </a:rPr>
              <a:t>e</a:t>
            </a:r>
            <a:r>
              <a:rPr dirty="0" smtClean="0" sz="1200" spc="19" b="1">
                <a:latin typeface="Times New Roman"/>
                <a:cs typeface="Times New Roman"/>
              </a:rPr>
              <a:t>m</a:t>
            </a:r>
            <a:r>
              <a:rPr dirty="0" smtClean="0" sz="1200" spc="0" b="1">
                <a:latin typeface="Times New Roman"/>
                <a:cs typeface="Times New Roman"/>
              </a:rPr>
              <a:t>po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a</a:t>
            </a:r>
            <a:r>
              <a:rPr dirty="0" smtClean="0" sz="1200" spc="-4" b="1">
                <a:latin typeface="Times New Roman"/>
                <a:cs typeface="Times New Roman"/>
              </a:rPr>
              <a:t> </a:t>
            </a:r>
            <a:r>
              <a:rPr dirty="0" smtClean="0" sz="1200" spc="9" b="1">
                <a:latin typeface="Times New Roman"/>
                <a:cs typeface="Times New Roman"/>
              </a:rPr>
              <a:t>m</a:t>
            </a:r>
            <a:r>
              <a:rPr dirty="0" smtClean="0" sz="1200" spc="0" b="1">
                <a:latin typeface="Times New Roman"/>
                <a:cs typeface="Times New Roman"/>
              </a:rPr>
              <a:t>esa:</a:t>
            </a:r>
            <a:r>
              <a:rPr dirty="0" smtClean="0" sz="1200" spc="4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Cuando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desee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po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tro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469836" marR="65608">
              <a:lnSpc>
                <a:spcPts val="1379"/>
              </a:lnSpc>
              <a:spcBef>
                <a:spcPts val="692"/>
              </a:spcBef>
              <a:tabLst>
                <a:tab pos="457200" algn="l"/>
              </a:tabLst>
            </a:pPr>
            <a:r>
              <a:rPr dirty="0" smtClean="0" sz="1200" spc="0">
                <a:latin typeface="Times New Roman"/>
                <a:cs typeface="Times New Roman"/>
              </a:rPr>
              <a:t>ni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gun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o,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derá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po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esa.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este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so,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esa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qué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469836" marR="65608">
              <a:lnSpc>
                <a:spcPts val="1379"/>
              </a:lnSpc>
              <a:spcBef>
                <a:spcPts val="685"/>
              </a:spcBef>
              <a:tabLst>
                <a:tab pos="457200" algn="l"/>
              </a:tabLst>
            </a:pP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po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res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ante: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puede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ab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ir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for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exhor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entar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nuar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on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is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469836" marR="65608">
              <a:lnSpc>
                <a:spcPts val="1379"/>
              </a:lnSpc>
              <a:spcBef>
                <a:spcPts val="685"/>
              </a:spcBef>
              <a:tabLst>
                <a:tab pos="457200" algn="l"/>
              </a:tabLst>
            </a:pP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dores.</a:t>
            </a:r>
            <a:endParaRPr sz="1200">
              <a:latin typeface="Times New Roman"/>
              <a:cs typeface="Times New Roman"/>
            </a:endParaRPr>
          </a:p>
          <a:p>
            <a:pPr marL="241300" marR="18630" indent="-228600">
              <a:lnSpc>
                <a:spcPts val="1393"/>
              </a:lnSpc>
              <a:spcBef>
                <a:spcPts val="720"/>
              </a:spcBef>
            </a:pPr>
            <a:r>
              <a:rPr dirty="0" smtClean="0" sz="1200" spc="4">
                <a:latin typeface="Arial"/>
                <a:cs typeface="Arial"/>
              </a:rPr>
              <a:t>10</a:t>
            </a:r>
            <a:r>
              <a:rPr dirty="0" smtClean="0" sz="1200" spc="0">
                <a:latin typeface="Arial"/>
                <a:cs typeface="Arial"/>
              </a:rPr>
              <a:t>.</a:t>
            </a:r>
            <a:r>
              <a:rPr dirty="0" smtClean="0" sz="1200" spc="-204">
                <a:latin typeface="Arial"/>
                <a:cs typeface="Arial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C</a:t>
            </a:r>
            <a:r>
              <a:rPr dirty="0" smtClean="0" sz="1200" spc="-4" b="1">
                <a:latin typeface="Times New Roman"/>
                <a:cs typeface="Times New Roman"/>
              </a:rPr>
              <a:t>o</a:t>
            </a:r>
            <a:r>
              <a:rPr dirty="0" smtClean="0" sz="1200" spc="19" b="1">
                <a:latin typeface="Times New Roman"/>
                <a:cs typeface="Times New Roman"/>
              </a:rPr>
              <a:t>m</a:t>
            </a:r>
            <a:r>
              <a:rPr dirty="0" smtClean="0" sz="1200" spc="0" b="1">
                <a:latin typeface="Times New Roman"/>
                <a:cs typeface="Times New Roman"/>
              </a:rPr>
              <a:t>entar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os:</a:t>
            </a:r>
            <a:r>
              <a:rPr dirty="0" smtClean="0" sz="1200" spc="4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orador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ede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esa,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uar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on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is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18630">
              <a:lnSpc>
                <a:spcPts val="1379"/>
              </a:lnSpc>
              <a:spcBef>
                <a:spcPts val="695"/>
              </a:spcBef>
            </a:pPr>
            <a:r>
              <a:rPr dirty="0" smtClean="0" sz="1200" spc="0">
                <a:latin typeface="Times New Roman"/>
                <a:cs typeface="Times New Roman"/>
              </a:rPr>
              <a:t>orador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side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oder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ede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au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or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z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entar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scurso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18630">
              <a:lnSpc>
                <a:spcPts val="1379"/>
              </a:lnSpc>
              <a:spcBef>
                <a:spcPts val="688"/>
              </a:spcBef>
            </a:pP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dura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30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egundos.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Ni</a:t>
            </a:r>
            <a:r>
              <a:rPr dirty="0" smtClean="0" sz="1200" spc="-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gún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delegado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está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izando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entar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1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ede</a:t>
            </a:r>
            <a:endParaRPr sz="1200">
              <a:latin typeface="Times New Roman"/>
              <a:cs typeface="Times New Roman"/>
            </a:endParaRPr>
          </a:p>
          <a:p>
            <a:pPr marL="241300" marR="66179">
              <a:lnSpc>
                <a:spcPts val="1379"/>
              </a:lnSpc>
              <a:spcBef>
                <a:spcPts val="713"/>
              </a:spcBef>
            </a:pP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ie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po.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exist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ones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entar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lo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gado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66179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propone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stará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fuera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ord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úni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au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ori</a:t>
            </a:r>
            <a:r>
              <a:rPr dirty="0" smtClean="0" sz="1200" spc="-4">
                <a:latin typeface="Times New Roman"/>
                <a:cs typeface="Times New Roman"/>
              </a:rPr>
              <a:t>z</a:t>
            </a:r>
            <a:r>
              <a:rPr dirty="0" smtClean="0" sz="1200" spc="0">
                <a:latin typeface="Times New Roman"/>
                <a:cs typeface="Times New Roman"/>
              </a:rPr>
              <a:t>ados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z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é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66179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presid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rador.</a:t>
            </a:r>
            <a:endParaRPr sz="1200">
              <a:latin typeface="Times New Roman"/>
              <a:cs typeface="Times New Roman"/>
            </a:endParaRPr>
          </a:p>
          <a:p>
            <a:pPr marL="241300" marR="153504" indent="-228600">
              <a:lnSpc>
                <a:spcPts val="1393"/>
              </a:lnSpc>
              <a:spcBef>
                <a:spcPts val="719"/>
              </a:spcBef>
            </a:pPr>
            <a:r>
              <a:rPr dirty="0" smtClean="0" sz="1200" spc="4">
                <a:latin typeface="Arial"/>
                <a:cs typeface="Arial"/>
              </a:rPr>
              <a:t>11</a:t>
            </a:r>
            <a:r>
              <a:rPr dirty="0" smtClean="0" sz="1200" spc="0">
                <a:latin typeface="Arial"/>
                <a:cs typeface="Arial"/>
              </a:rPr>
              <a:t>.</a:t>
            </a:r>
            <a:r>
              <a:rPr dirty="0" smtClean="0" sz="1200" spc="-204">
                <a:latin typeface="Arial"/>
                <a:cs typeface="Arial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Sesión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e</a:t>
            </a:r>
            <a:r>
              <a:rPr dirty="0" smtClean="0" sz="1200" spc="-9" b="1">
                <a:latin typeface="Times New Roman"/>
                <a:cs typeface="Times New Roman"/>
              </a:rPr>
              <a:t>x</a:t>
            </a:r>
            <a:r>
              <a:rPr dirty="0" smtClean="0" sz="1200" spc="0" b="1">
                <a:latin typeface="Times New Roman"/>
                <a:cs typeface="Times New Roman"/>
              </a:rPr>
              <a:t>tra</a:t>
            </a:r>
            <a:r>
              <a:rPr dirty="0" smtClean="0" sz="1200" spc="4" b="1">
                <a:latin typeface="Times New Roman"/>
                <a:cs typeface="Times New Roman"/>
              </a:rPr>
              <a:t>o</a:t>
            </a:r>
            <a:r>
              <a:rPr dirty="0" smtClean="0" sz="1200" spc="0" b="1">
                <a:latin typeface="Times New Roman"/>
                <a:cs typeface="Times New Roman"/>
              </a:rPr>
              <a:t>rd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na</a:t>
            </a:r>
            <a:r>
              <a:rPr dirty="0" smtClean="0" sz="1200" spc="9" b="1">
                <a:latin typeface="Times New Roman"/>
                <a:cs typeface="Times New Roman"/>
              </a:rPr>
              <a:t>r</a:t>
            </a:r>
            <a:r>
              <a:rPr dirty="0" smtClean="0" sz="1200" spc="0" b="1">
                <a:latin typeface="Times New Roman"/>
                <a:cs typeface="Times New Roman"/>
              </a:rPr>
              <a:t>ia</a:t>
            </a:r>
            <a:r>
              <a:rPr dirty="0" smtClean="0" sz="1200" spc="-4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de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pregunta</a:t>
            </a:r>
            <a:r>
              <a:rPr dirty="0" smtClean="0" sz="1200" spc="4" b="1">
                <a:latin typeface="Times New Roman"/>
                <a:cs typeface="Times New Roman"/>
              </a:rPr>
              <a:t>s</a:t>
            </a:r>
            <a:r>
              <a:rPr dirty="0" smtClean="0" sz="1200" spc="0" b="1">
                <a:latin typeface="Times New Roman"/>
                <a:cs typeface="Times New Roman"/>
              </a:rPr>
              <a:t>:</a:t>
            </a:r>
            <a:r>
              <a:rPr dirty="0" smtClean="0" sz="1200" spc="-9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M</a:t>
            </a:r>
            <a:r>
              <a:rPr dirty="0" smtClean="0" sz="1200" spc="-9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foro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9">
                <a:latin typeface="Times New Roman"/>
                <a:cs typeface="Times New Roman"/>
              </a:rPr>
              <a:t>b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rto,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gado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ede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153504">
              <a:lnSpc>
                <a:spcPts val="1379"/>
              </a:lnSpc>
              <a:spcBef>
                <a:spcPts val="694"/>
              </a:spcBef>
            </a:pPr>
            <a:r>
              <a:rPr dirty="0" smtClean="0" sz="1200" spc="0">
                <a:latin typeface="Times New Roman"/>
                <a:cs typeface="Times New Roman"/>
              </a:rPr>
              <a:t>proponer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sesi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ex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raord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na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ia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gun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as.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Solo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podrá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stab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9">
                <a:latin typeface="Times New Roman"/>
                <a:cs typeface="Times New Roman"/>
              </a:rPr>
              <a:t>ú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153504">
              <a:lnSpc>
                <a:spcPts val="1379"/>
              </a:lnSpc>
              <a:spcBef>
                <a:spcPts val="687"/>
              </a:spcBef>
            </a:pPr>
            <a:r>
              <a:rPr dirty="0" smtClean="0" sz="1200" spc="0">
                <a:latin typeface="Times New Roman"/>
                <a:cs typeface="Times New Roman"/>
              </a:rPr>
              <a:t>pregun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as,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cu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nen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po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lí</a:t>
            </a:r>
            <a:r>
              <a:rPr dirty="0" smtClean="0" sz="1200" spc="9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anti</a:t>
            </a:r>
            <a:r>
              <a:rPr dirty="0" smtClean="0" sz="1200" spc="-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ad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í</a:t>
            </a:r>
            <a:r>
              <a:rPr dirty="0" smtClean="0" sz="1200" spc="-4">
                <a:latin typeface="Times New Roman"/>
                <a:cs typeface="Times New Roman"/>
              </a:rPr>
              <a:t>n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preguntas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res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153504">
              <a:lnSpc>
                <a:spcPts val="1379"/>
              </a:lnSpc>
              <a:spcBef>
                <a:spcPts val="687"/>
              </a:spcBef>
            </a:pP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áxi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nco,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nec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sario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unda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vo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ada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vor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por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153504">
              <a:lnSpc>
                <a:spcPts val="1379"/>
              </a:lnSpc>
              <a:spcBef>
                <a:spcPts val="687"/>
              </a:spcBef>
            </a:pP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14">
                <a:latin typeface="Times New Roman"/>
                <a:cs typeface="Times New Roman"/>
              </a:rPr>
              <a:t>a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oría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foro.</a:t>
            </a:r>
            <a:endParaRPr sz="1200">
              <a:latin typeface="Times New Roman"/>
              <a:cs typeface="Times New Roman"/>
            </a:endParaRPr>
          </a:p>
          <a:p>
            <a:pPr marL="241300" marR="187680" indent="-228600">
              <a:lnSpc>
                <a:spcPts val="1393"/>
              </a:lnSpc>
              <a:spcBef>
                <a:spcPts val="717"/>
              </a:spcBef>
              <a:tabLst>
                <a:tab pos="241300" algn="l"/>
              </a:tabLst>
            </a:pPr>
            <a:r>
              <a:rPr dirty="0" smtClean="0" sz="1200" spc="0">
                <a:latin typeface="Arial"/>
                <a:cs typeface="Arial"/>
              </a:rPr>
              <a:t>•	</a:t>
            </a:r>
            <a:r>
              <a:rPr dirty="0" smtClean="0" sz="1200" spc="0" b="1">
                <a:latin typeface="Times New Roman"/>
                <a:cs typeface="Times New Roman"/>
              </a:rPr>
              <a:t>P</a:t>
            </a:r>
            <a:r>
              <a:rPr dirty="0" smtClean="0" sz="1200" spc="-4" b="1">
                <a:latin typeface="Times New Roman"/>
                <a:cs typeface="Times New Roman"/>
              </a:rPr>
              <a:t>r</a:t>
            </a:r>
            <a:r>
              <a:rPr dirty="0" smtClean="0" sz="1200" spc="0" b="1">
                <a:latin typeface="Times New Roman"/>
                <a:cs typeface="Times New Roman"/>
              </a:rPr>
              <a:t>eá</a:t>
            </a:r>
            <a:r>
              <a:rPr dirty="0" smtClean="0" sz="1200" spc="14" b="1">
                <a:latin typeface="Times New Roman"/>
                <a:cs typeface="Times New Roman"/>
              </a:rPr>
              <a:t>m</a:t>
            </a:r>
            <a:r>
              <a:rPr dirty="0" smtClean="0" sz="1200" spc="-4" b="1">
                <a:latin typeface="Times New Roman"/>
                <a:cs typeface="Times New Roman"/>
              </a:rPr>
              <a:t>b</a:t>
            </a:r>
            <a:r>
              <a:rPr dirty="0" smtClean="0" sz="1200" spc="0" b="1">
                <a:latin typeface="Times New Roman"/>
                <a:cs typeface="Times New Roman"/>
              </a:rPr>
              <a:t>ulo: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br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ve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rodu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exp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pre</a:t>
            </a:r>
            <a:r>
              <a:rPr dirty="0" smtClean="0" sz="1200" spc="4">
                <a:latin typeface="Times New Roman"/>
                <a:cs typeface="Times New Roman"/>
              </a:rPr>
              <a:t>v</a:t>
            </a:r>
            <a:r>
              <a:rPr dirty="0" smtClean="0" sz="1200" spc="0">
                <a:latin typeface="Times New Roman"/>
                <a:cs typeface="Times New Roman"/>
              </a:rPr>
              <a:t>ia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pegun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ebe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ped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187680">
              <a:lnSpc>
                <a:spcPts val="1379"/>
              </a:lnSpc>
              <a:spcBef>
                <a:spcPts val="694"/>
              </a:spcBef>
              <a:tabLst>
                <a:tab pos="241300" algn="l"/>
              </a:tabLst>
            </a:pPr>
            <a:r>
              <a:rPr dirty="0" smtClean="0" sz="1200" spc="0">
                <a:latin typeface="Times New Roman"/>
                <a:cs typeface="Times New Roman"/>
              </a:rPr>
              <a:t>pe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iso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esa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ara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ncu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orden.</a:t>
            </a:r>
            <a:endParaRPr sz="1200">
              <a:latin typeface="Times New Roman"/>
              <a:cs typeface="Times New Roman"/>
            </a:endParaRPr>
          </a:p>
          <a:p>
            <a:pPr marL="241300" marR="71704" indent="-228600">
              <a:lnSpc>
                <a:spcPts val="1393"/>
              </a:lnSpc>
              <a:spcBef>
                <a:spcPts val="717"/>
              </a:spcBef>
              <a:tabLst>
                <a:tab pos="241300" algn="l"/>
              </a:tabLst>
            </a:pPr>
            <a:r>
              <a:rPr dirty="0" smtClean="0" sz="1200" spc="0">
                <a:latin typeface="Arial"/>
                <a:cs typeface="Arial"/>
              </a:rPr>
              <a:t>•	</a:t>
            </a:r>
            <a:r>
              <a:rPr dirty="0" smtClean="0" sz="1200" spc="0" b="1">
                <a:latin typeface="Times New Roman"/>
                <a:cs typeface="Times New Roman"/>
              </a:rPr>
              <a:t>S</a:t>
            </a:r>
            <a:r>
              <a:rPr dirty="0" smtClean="0" sz="1200" spc="4" b="1">
                <a:latin typeface="Times New Roman"/>
                <a:cs typeface="Times New Roman"/>
              </a:rPr>
              <a:t>u</a:t>
            </a:r>
            <a:r>
              <a:rPr dirty="0" smtClean="0" sz="1200" spc="0" b="1">
                <a:latin typeface="Times New Roman"/>
                <a:cs typeface="Times New Roman"/>
              </a:rPr>
              <a:t>b</a:t>
            </a:r>
            <a:r>
              <a:rPr dirty="0" smtClean="0" sz="1200" spc="4" b="1">
                <a:latin typeface="Times New Roman"/>
                <a:cs typeface="Times New Roman"/>
              </a:rPr>
              <a:t>s</a:t>
            </a:r>
            <a:r>
              <a:rPr dirty="0" smtClean="0" sz="1200" spc="0" b="1">
                <a:latin typeface="Times New Roman"/>
                <a:cs typeface="Times New Roman"/>
              </a:rPr>
              <a:t>e</a:t>
            </a:r>
            <a:r>
              <a:rPr dirty="0" smtClean="0" sz="1200" spc="-4" b="1">
                <a:latin typeface="Times New Roman"/>
                <a:cs typeface="Times New Roman"/>
              </a:rPr>
              <a:t>c</a:t>
            </a:r>
            <a:r>
              <a:rPr dirty="0" smtClean="0" sz="1200" spc="0" b="1">
                <a:latin typeface="Times New Roman"/>
                <a:cs typeface="Times New Roman"/>
              </a:rPr>
              <a:t>uente:</a:t>
            </a:r>
            <a:r>
              <a:rPr dirty="0" smtClean="0" sz="1200" spc="4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Preg</a:t>
            </a:r>
            <a:r>
              <a:rPr dirty="0" smtClean="0" sz="1200" spc="-9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iza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v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h</a:t>
            </a:r>
            <a:r>
              <a:rPr dirty="0" smtClean="0" sz="1200" spc="14">
                <a:latin typeface="Times New Roman"/>
                <a:cs typeface="Times New Roman"/>
              </a:rPr>
              <a:t>a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sido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respondida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71704">
              <a:lnSpc>
                <a:spcPts val="1379"/>
              </a:lnSpc>
              <a:spcBef>
                <a:spcPts val="684"/>
              </a:spcBef>
              <a:tabLst>
                <a:tab pos="241300" algn="l"/>
              </a:tabLst>
            </a:pP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pr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sa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poco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ra.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án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has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subsecu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inter</a:t>
            </a:r>
            <a:r>
              <a:rPr dirty="0" smtClean="0" sz="1200" spc="4">
                <a:latin typeface="Times New Roman"/>
                <a:cs typeface="Times New Roman"/>
              </a:rPr>
              <a:t>v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n.</a:t>
            </a:r>
            <a:endParaRPr sz="1200">
              <a:latin typeface="Times New Roman"/>
              <a:cs typeface="Times New Roman"/>
            </a:endParaRPr>
          </a:p>
          <a:p>
            <a:pPr marL="241300" marR="14820" indent="-228600">
              <a:lnSpc>
                <a:spcPts val="1393"/>
              </a:lnSpc>
              <a:spcBef>
                <a:spcPts val="717"/>
              </a:spcBef>
            </a:pPr>
            <a:r>
              <a:rPr dirty="0" smtClean="0" sz="1200" spc="4">
                <a:latin typeface="Arial"/>
                <a:cs typeface="Arial"/>
              </a:rPr>
              <a:t>12</a:t>
            </a:r>
            <a:r>
              <a:rPr dirty="0" smtClean="0" sz="1200" spc="0">
                <a:latin typeface="Arial"/>
                <a:cs typeface="Arial"/>
              </a:rPr>
              <a:t>.</a:t>
            </a:r>
            <a:r>
              <a:rPr dirty="0" smtClean="0" sz="1200" spc="-204">
                <a:latin typeface="Arial"/>
                <a:cs typeface="Arial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Negoc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ac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ón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19" b="1">
                <a:latin typeface="Times New Roman"/>
                <a:cs typeface="Times New Roman"/>
              </a:rPr>
              <a:t>m</a:t>
            </a:r>
            <a:r>
              <a:rPr dirty="0" smtClean="0" sz="1200" spc="0" b="1">
                <a:latin typeface="Times New Roman"/>
                <a:cs typeface="Times New Roman"/>
              </a:rPr>
              <a:t>ode</a:t>
            </a:r>
            <a:r>
              <a:rPr dirty="0" smtClean="0" sz="1200" spc="-14" b="1">
                <a:latin typeface="Times New Roman"/>
                <a:cs typeface="Times New Roman"/>
              </a:rPr>
              <a:t>r</a:t>
            </a:r>
            <a:r>
              <a:rPr dirty="0" smtClean="0" sz="1200" spc="0" b="1">
                <a:latin typeface="Times New Roman"/>
                <a:cs typeface="Times New Roman"/>
              </a:rPr>
              <a:t>ada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(caucus</a:t>
            </a:r>
            <a:r>
              <a:rPr dirty="0" smtClean="0" sz="1200" spc="-4" b="1">
                <a:latin typeface="Times New Roman"/>
                <a:cs typeface="Times New Roman"/>
              </a:rPr>
              <a:t> </a:t>
            </a:r>
            <a:r>
              <a:rPr dirty="0" smtClean="0" sz="1200" spc="9" b="1">
                <a:latin typeface="Times New Roman"/>
                <a:cs typeface="Times New Roman"/>
              </a:rPr>
              <a:t>m</a:t>
            </a:r>
            <a:r>
              <a:rPr dirty="0" smtClean="0" sz="1200" spc="0" b="1">
                <a:latin typeface="Times New Roman"/>
                <a:cs typeface="Times New Roman"/>
              </a:rPr>
              <a:t>oderado):</a:t>
            </a:r>
            <a:r>
              <a:rPr dirty="0" smtClean="0" sz="1200" spc="4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propósi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ucus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14820">
              <a:lnSpc>
                <a:spcPts val="1379"/>
              </a:lnSpc>
              <a:spcBef>
                <a:spcPts val="69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deb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ustan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crí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para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is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ones.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erior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14820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consid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n,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der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po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al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ará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sta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orador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or</a:t>
            </a:r>
            <a:r>
              <a:rPr dirty="0" smtClean="0" sz="1200" spc="9">
                <a:latin typeface="Times New Roman"/>
                <a:cs typeface="Times New Roman"/>
              </a:rPr>
              <a:t>g</a:t>
            </a:r>
            <a:r>
              <a:rPr dirty="0" smtClean="0" sz="1200" spc="0">
                <a:latin typeface="Times New Roman"/>
                <a:cs typeface="Times New Roman"/>
              </a:rPr>
              <a:t>ará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ab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14820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gados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rden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egún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ev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aqu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para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ucus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oder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14820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está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ord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ando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í</a:t>
            </a:r>
            <a:r>
              <a:rPr dirty="0" smtClean="0" sz="1200" spc="-4">
                <a:latin typeface="Times New Roman"/>
                <a:cs typeface="Times New Roman"/>
              </a:rPr>
              <a:t>n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itad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dores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</a:t>
            </a:r>
            <a:r>
              <a:rPr dirty="0" smtClean="0" sz="1200" spc="14">
                <a:latin typeface="Times New Roman"/>
                <a:cs typeface="Times New Roman"/>
              </a:rPr>
              <a:t>a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def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</a:t>
            </a:r>
            <a:r>
              <a:rPr dirty="0" smtClean="0" sz="1200" spc="4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endParaRPr sz="1200">
              <a:latin typeface="Times New Roman"/>
              <a:cs typeface="Times New Roman"/>
            </a:endParaRPr>
          </a:p>
          <a:p>
            <a:pPr marL="241300" marR="13586">
              <a:lnSpc>
                <a:spcPct val="95825"/>
              </a:lnSpc>
              <a:spcBef>
                <a:spcPts val="714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4">
                <a:latin typeface="Times New Roman"/>
                <a:cs typeface="Times New Roman"/>
              </a:rPr>
              <a:t>b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xp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icar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br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v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propósi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espe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f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lím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te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cus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oder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63600" y="1085215"/>
            <a:ext cx="600837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/>
          <p:nvPr/>
        </p:nvSpPr>
        <p:spPr>
          <a:xfrm>
            <a:off x="863600" y="1224915"/>
            <a:ext cx="6008370" cy="0"/>
          </a:xfrm>
          <a:custGeom>
            <a:avLst/>
            <a:gdLst/>
            <a:ahLst/>
            <a:cxnLst/>
            <a:rect l="l" t="t" r="r" b="b"/>
            <a:pathLst>
              <a:path w="6008370" h="0">
                <a:moveTo>
                  <a:pt x="0" y="0"/>
                </a:moveTo>
                <a:lnTo>
                  <a:pt x="600837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615432" y="437490"/>
            <a:ext cx="1261333" cy="508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985"/>
              </a:lnSpc>
              <a:spcBef>
                <a:spcPts val="199"/>
              </a:spcBef>
            </a:pPr>
            <a:r>
              <a:rPr dirty="0" smtClean="0" sz="3800" b="1" i="1">
                <a:latin typeface="Arial"/>
                <a:cs typeface="Arial"/>
              </a:rPr>
              <a:t>ctJn</a:t>
            </a:r>
            <a:r>
              <a:rPr dirty="0" smtClean="0" sz="3800" spc="-869" b="1" i="1">
                <a:latin typeface="Arial"/>
                <a:cs typeface="Arial"/>
              </a:rPr>
              <a:t>u</a:t>
            </a:r>
            <a:r>
              <a:rPr dirty="0" smtClean="0" sz="3800" spc="0" b="1" i="1">
                <a:solidFill>
                  <a:srgbClr val="66A0C3"/>
                </a:solidFill>
                <a:latin typeface="Arial"/>
                <a:cs typeface="Arial"/>
              </a:rPr>
              <a:t>e</a:t>
            </a:r>
            <a:endParaRPr sz="3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49905" y="588449"/>
            <a:ext cx="1673225" cy="5089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530"/>
              </a:lnSpc>
              <a:spcBef>
                <a:spcPts val="76"/>
              </a:spcBef>
            </a:pPr>
            <a:r>
              <a:rPr dirty="0" smtClean="0" sz="1400" spc="0" b="1">
                <a:latin typeface="Times New Roman"/>
                <a:cs typeface="Times New Roman"/>
              </a:rPr>
              <a:t>CHR</a:t>
            </a:r>
            <a:r>
              <a:rPr dirty="0" smtClean="0" sz="1400" spc="-4" b="1">
                <a:latin typeface="Times New Roman"/>
                <a:cs typeface="Times New Roman"/>
              </a:rPr>
              <a:t>I</a:t>
            </a:r>
            <a:r>
              <a:rPr dirty="0" smtClean="0" sz="1400" spc="0" b="1">
                <a:latin typeface="Times New Roman"/>
                <a:cs typeface="Times New Roman"/>
              </a:rPr>
              <a:t>STA</a:t>
            </a:r>
            <a:r>
              <a:rPr dirty="0" smtClean="0" sz="1400" spc="-4" b="1">
                <a:latin typeface="Times New Roman"/>
                <a:cs typeface="Times New Roman"/>
              </a:rPr>
              <a:t>M</a:t>
            </a:r>
            <a:r>
              <a:rPr dirty="0" smtClean="0" sz="1400" spc="0" b="1">
                <a:latin typeface="Times New Roman"/>
                <a:cs typeface="Times New Roman"/>
              </a:rPr>
              <a:t>UN</a:t>
            </a:r>
            <a:r>
              <a:rPr dirty="0" smtClean="0" sz="1400" spc="9" b="1">
                <a:latin typeface="Times New Roman"/>
                <a:cs typeface="Times New Roman"/>
              </a:rPr>
              <a:t> </a:t>
            </a:r>
            <a:r>
              <a:rPr dirty="0" smtClean="0" sz="1400" spc="0" b="1">
                <a:latin typeface="Times New Roman"/>
                <a:cs typeface="Times New Roman"/>
              </a:rPr>
              <a:t>2026</a:t>
            </a:r>
            <a:endParaRPr sz="1400">
              <a:latin typeface="Times New Roman"/>
              <a:cs typeface="Times New Roman"/>
            </a:endParaRPr>
          </a:p>
          <a:p>
            <a:pPr marL="92686" marR="107025" algn="ctr">
              <a:lnSpc>
                <a:spcPct val="101725"/>
              </a:lnSpc>
              <a:spcBef>
                <a:spcPts val="858"/>
              </a:spcBef>
            </a:pP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T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r</a:t>
            </a:r>
            <a:r>
              <a:rPr dirty="0" smtClean="0" sz="1200" spc="4">
                <a:solidFill>
                  <a:srgbClr val="313D4F"/>
                </a:solidFill>
                <a:latin typeface="Calibri"/>
                <a:cs typeface="Calibri"/>
              </a:rPr>
              <a:t>i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nid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a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d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-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B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eni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-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B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o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li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v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ia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83428" y="885674"/>
            <a:ext cx="1249693" cy="1020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dirty="0" smtClean="0" sz="600" i="1">
                <a:solidFill>
                  <a:srgbClr val="66A0C3"/>
                </a:solidFill>
                <a:latin typeface="Arial"/>
                <a:cs typeface="Arial"/>
              </a:rPr>
              <a:t>C</a:t>
            </a:r>
            <a:r>
              <a:rPr dirty="0" smtClean="0" sz="600" i="1">
                <a:solidFill>
                  <a:srgbClr val="7CACCD"/>
                </a:solidFill>
                <a:latin typeface="Arial"/>
                <a:cs typeface="Arial"/>
              </a:rPr>
              <a:t>enlr</a:t>
            </a:r>
            <a:r>
              <a:rPr dirty="0" smtClean="0" sz="600" spc="14" i="1">
                <a:solidFill>
                  <a:srgbClr val="66A0C3"/>
                </a:solidFill>
                <a:latin typeface="Arial"/>
                <a:cs typeface="Arial"/>
              </a:rPr>
              <a:t>o</a:t>
            </a:r>
            <a:r>
              <a:rPr dirty="0" smtClean="0" sz="600" spc="0" i="1">
                <a:solidFill>
                  <a:srgbClr val="66A0C3"/>
                </a:solidFill>
                <a:latin typeface="Times New Roman"/>
                <a:cs typeface="Times New Roman"/>
              </a:rPr>
              <a:t>de</a:t>
            </a:r>
            <a:r>
              <a:rPr dirty="0" smtClean="0" sz="600" spc="-84" i="1">
                <a:solidFill>
                  <a:srgbClr val="66A0C3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Inform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ció</a:t>
            </a:r>
            <a:r>
              <a:rPr dirty="0" smtClean="0" sz="600" spc="-18" i="1">
                <a:solidFill>
                  <a:srgbClr val="7CACCD"/>
                </a:solidFill>
                <a:latin typeface="Arial"/>
                <a:cs typeface="Arial"/>
              </a:rPr>
              <a:t>n</a:t>
            </a:r>
            <a:r>
              <a:rPr dirty="0" smtClean="0" sz="600" spc="0" i="1">
                <a:solidFill>
                  <a:srgbClr val="66A0C3"/>
                </a:solidFill>
                <a:latin typeface="Times New Roman"/>
                <a:cs typeface="Times New Roman"/>
              </a:rPr>
              <a:t>de</a:t>
            </a:r>
            <a:r>
              <a:rPr dirty="0" smtClean="0" sz="600" spc="7" i="1">
                <a:solidFill>
                  <a:srgbClr val="66A0C3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N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cione</a:t>
            </a:r>
            <a:r>
              <a:rPr dirty="0" smtClean="0" sz="600" spc="25" i="1">
                <a:solidFill>
                  <a:srgbClr val="7CACCD"/>
                </a:solidFill>
                <a:latin typeface="Arial"/>
                <a:cs typeface="Arial"/>
              </a:rPr>
              <a:t>s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Un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ida</a:t>
            </a:r>
            <a:r>
              <a:rPr dirty="0" smtClean="0" sz="600" spc="-29" i="1">
                <a:solidFill>
                  <a:srgbClr val="7CACCD"/>
                </a:solidFill>
                <a:latin typeface="Arial"/>
                <a:cs typeface="Arial"/>
              </a:rPr>
              <a:t>s</a:t>
            </a:r>
            <a:r>
              <a:rPr dirty="0" smtClean="0" sz="600" spc="0" i="1">
                <a:solidFill>
                  <a:srgbClr val="2F85BA"/>
                </a:solidFill>
                <a:latin typeface="Arial"/>
                <a:cs typeface="Arial"/>
              </a:rPr>
              <a:t>B</a:t>
            </a:r>
            <a:r>
              <a:rPr dirty="0" smtClean="0" sz="600" spc="0" i="1">
                <a:solidFill>
                  <a:srgbClr val="508CB3"/>
                </a:solidFill>
                <a:latin typeface="Arial"/>
                <a:cs typeface="Arial"/>
              </a:rPr>
              <a:t>o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li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vi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16647" y="1241601"/>
            <a:ext cx="5763753" cy="727811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13586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(t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po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dur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9">
                <a:latin typeface="Times New Roman"/>
                <a:cs typeface="Times New Roman"/>
              </a:rPr>
              <a:t>)</a:t>
            </a:r>
            <a:r>
              <a:rPr dirty="0" smtClean="0" sz="1200" spc="0">
                <a:latin typeface="Times New Roman"/>
                <a:cs typeface="Times New Roman"/>
              </a:rPr>
              <a:t>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ex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45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os.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na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z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lizada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ón,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esta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deb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rá</a:t>
            </a:r>
            <a:endParaRPr sz="1200">
              <a:latin typeface="Times New Roman"/>
              <a:cs typeface="Times New Roman"/>
            </a:endParaRPr>
          </a:p>
          <a:p>
            <a:pPr marL="12700" marR="24549">
              <a:lnSpc>
                <a:spcPts val="1379"/>
              </a:lnSpc>
              <a:spcBef>
                <a:spcPts val="614"/>
              </a:spcBef>
            </a:pPr>
            <a:r>
              <a:rPr dirty="0" smtClean="0" sz="1200" spc="0">
                <a:latin typeface="Times New Roman"/>
                <a:cs typeface="Times New Roman"/>
              </a:rPr>
              <a:t>ser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undada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pue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ta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vo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edia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req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ir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én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ose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9">
                <a:latin typeface="Times New Roman"/>
                <a:cs typeface="Times New Roman"/>
              </a:rPr>
              <a:t>i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4">
                <a:latin typeface="Times New Roman"/>
                <a:cs typeface="Times New Roman"/>
              </a:rPr>
              <a:t>í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24549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su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aproba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esa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pu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onside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sta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fuera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ord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9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sión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está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24549">
              <a:lnSpc>
                <a:spcPts val="1379"/>
              </a:lnSpc>
              <a:spcBef>
                <a:spcPts val="689"/>
              </a:spcBef>
            </a:pPr>
            <a:r>
              <a:rPr dirty="0" smtClean="0" sz="1200" spc="4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4">
                <a:latin typeface="Times New Roman"/>
                <a:cs typeface="Times New Roman"/>
              </a:rPr>
              <a:t>j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ap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lac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gado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era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gun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9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esar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24549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sol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á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b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esa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ara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estab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19">
                <a:latin typeface="Times New Roman"/>
                <a:cs typeface="Times New Roman"/>
              </a:rPr>
              <a:t> 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,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cu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onc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19">
                <a:latin typeface="Times New Roman"/>
                <a:cs typeface="Times New Roman"/>
              </a:rPr>
              <a:t>u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a,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áti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b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24549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sent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rse.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au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or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z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oder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dor.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cus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podrá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24549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prolong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z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ie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po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áxi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15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os,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deb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robada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24549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14">
                <a:latin typeface="Times New Roman"/>
                <a:cs typeface="Times New Roman"/>
              </a:rPr>
              <a:t>a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orí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 marR="34899">
              <a:lnSpc>
                <a:spcPts val="1392"/>
              </a:lnSpc>
              <a:spcBef>
                <a:spcPts val="724"/>
              </a:spcBef>
            </a:pPr>
            <a:r>
              <a:rPr dirty="0" smtClean="0" sz="1200" spc="0" b="1">
                <a:latin typeface="Times New Roman"/>
                <a:cs typeface="Times New Roman"/>
              </a:rPr>
              <a:t>De</a:t>
            </a:r>
            <a:r>
              <a:rPr dirty="0" smtClean="0" sz="1200" spc="-9" b="1">
                <a:latin typeface="Times New Roman"/>
                <a:cs typeface="Times New Roman"/>
              </a:rPr>
              <a:t>a</a:t>
            </a:r>
            <a:r>
              <a:rPr dirty="0" smtClean="0" sz="1200" spc="19" b="1">
                <a:latin typeface="Times New Roman"/>
                <a:cs typeface="Times New Roman"/>
              </a:rPr>
              <a:t>m</a:t>
            </a:r>
            <a:r>
              <a:rPr dirty="0" smtClean="0" sz="1200" spc="-4" b="1">
                <a:latin typeface="Times New Roman"/>
                <a:cs typeface="Times New Roman"/>
              </a:rPr>
              <a:t>b</a:t>
            </a:r>
            <a:r>
              <a:rPr dirty="0" smtClean="0" sz="1200" spc="0" b="1">
                <a:latin typeface="Times New Roman"/>
                <a:cs typeface="Times New Roman"/>
              </a:rPr>
              <a:t>ular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por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-4" b="1">
                <a:latin typeface="Times New Roman"/>
                <a:cs typeface="Times New Roman"/>
              </a:rPr>
              <a:t>e</a:t>
            </a:r>
            <a:r>
              <a:rPr dirty="0" smtClean="0" sz="1200" spc="0" b="1">
                <a:latin typeface="Times New Roman"/>
                <a:cs typeface="Times New Roman"/>
              </a:rPr>
              <a:t>l</a:t>
            </a:r>
            <a:r>
              <a:rPr dirty="0" smtClean="0" sz="1200" spc="-4" b="1">
                <a:latin typeface="Times New Roman"/>
                <a:cs typeface="Times New Roman"/>
              </a:rPr>
              <a:t> </a:t>
            </a:r>
            <a:r>
              <a:rPr dirty="0" smtClean="0" sz="1200" spc="9" b="1">
                <a:latin typeface="Times New Roman"/>
                <a:cs typeface="Times New Roman"/>
              </a:rPr>
              <a:t>f</a:t>
            </a:r>
            <a:r>
              <a:rPr dirty="0" smtClean="0" sz="1200" spc="0" b="1">
                <a:latin typeface="Times New Roman"/>
                <a:cs typeface="Times New Roman"/>
              </a:rPr>
              <a:t>oro: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drá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sol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ada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por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gados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esa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34899">
              <a:lnSpc>
                <a:spcPts val="1379"/>
              </a:lnSpc>
              <a:spcBef>
                <a:spcPts val="696"/>
              </a:spcBef>
            </a:pP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br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ndar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sus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erv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ones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uran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eb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19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Deb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dejar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q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34899">
              <a:lnSpc>
                <a:spcPts val="1379"/>
              </a:lnSpc>
              <a:spcBef>
                <a:spcPts val="689"/>
              </a:spcBef>
            </a:pP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esa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Presi</a:t>
            </a:r>
            <a:r>
              <a:rPr dirty="0" smtClean="0" sz="1200" spc="-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ente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podrá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edor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asi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9">
                <a:latin typeface="Times New Roman"/>
                <a:cs typeface="Times New Roman"/>
              </a:rPr>
              <a:t>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ás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os.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34899">
              <a:lnSpc>
                <a:spcPts val="1379"/>
              </a:lnSpc>
              <a:spcBef>
                <a:spcPts val="689"/>
              </a:spcBef>
            </a:pP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b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úni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ente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pod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iliz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sus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doc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prop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os,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así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34899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doc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ob</a:t>
            </a:r>
            <a:r>
              <a:rPr dirty="0" smtClean="0" sz="1200" spc="9">
                <a:latin typeface="Times New Roman"/>
                <a:cs typeface="Times New Roman"/>
              </a:rPr>
              <a:t>j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otros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dos.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in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rse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sto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ú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ti</a:t>
            </a:r>
            <a:r>
              <a:rPr dirty="0" smtClean="0" sz="1200" spc="-9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cr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edor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34899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ada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n.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Adic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onal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stab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b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j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pun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debe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anten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34899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form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dad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eb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gu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to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re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to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34899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nes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desped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z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oc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bas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nes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g</a:t>
            </a:r>
            <a:r>
              <a:rPr dirty="0" smtClean="0" sz="1200" spc="0">
                <a:latin typeface="Times New Roman"/>
                <a:cs typeface="Times New Roman"/>
              </a:rPr>
              <a:t>ual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</a:t>
            </a:r>
            <a:r>
              <a:rPr dirty="0" smtClean="0" sz="1200" spc="-4">
                <a:latin typeface="Times New Roman"/>
                <a:cs typeface="Times New Roman"/>
              </a:rPr>
              <a:t>á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sa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onad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92"/>
              </a:lnSpc>
              <a:spcBef>
                <a:spcPts val="724"/>
              </a:spcBef>
            </a:pPr>
            <a:r>
              <a:rPr dirty="0" smtClean="0" sz="1200" spc="0" b="1">
                <a:latin typeface="Times New Roman"/>
                <a:cs typeface="Times New Roman"/>
              </a:rPr>
              <a:t>P</a:t>
            </a:r>
            <a:r>
              <a:rPr dirty="0" smtClean="0" sz="1200" spc="-4" b="1">
                <a:latin typeface="Times New Roman"/>
                <a:cs typeface="Times New Roman"/>
              </a:rPr>
              <a:t>r</a:t>
            </a:r>
            <a:r>
              <a:rPr dirty="0" smtClean="0" sz="1200" spc="0" b="1">
                <a:latin typeface="Times New Roman"/>
                <a:cs typeface="Times New Roman"/>
              </a:rPr>
              <a:t>esentac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ón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4" b="1">
                <a:latin typeface="Times New Roman"/>
                <a:cs typeface="Times New Roman"/>
              </a:rPr>
              <a:t>d</a:t>
            </a:r>
            <a:r>
              <a:rPr dirty="0" smtClean="0" sz="1200" spc="0" b="1">
                <a:latin typeface="Times New Roman"/>
                <a:cs typeface="Times New Roman"/>
              </a:rPr>
              <a:t>e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-4" b="1">
                <a:latin typeface="Times New Roman"/>
                <a:cs typeface="Times New Roman"/>
              </a:rPr>
              <a:t>c</a:t>
            </a:r>
            <a:r>
              <a:rPr dirty="0" smtClean="0" sz="1200" spc="0" b="1">
                <a:latin typeface="Times New Roman"/>
                <a:cs typeface="Times New Roman"/>
              </a:rPr>
              <a:t>o</a:t>
            </a:r>
            <a:r>
              <a:rPr dirty="0" smtClean="0" sz="1200" spc="9" b="1">
                <a:latin typeface="Times New Roman"/>
                <a:cs typeface="Times New Roman"/>
              </a:rPr>
              <a:t>n</a:t>
            </a:r>
            <a:r>
              <a:rPr dirty="0" smtClean="0" sz="1200" spc="0" b="1">
                <a:latin typeface="Times New Roman"/>
                <a:cs typeface="Times New Roman"/>
              </a:rPr>
              <a:t>tenido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v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s</a:t>
            </a:r>
            <a:r>
              <a:rPr dirty="0" smtClean="0" sz="1200" spc="4" b="1">
                <a:latin typeface="Times New Roman"/>
                <a:cs typeface="Times New Roman"/>
              </a:rPr>
              <a:t>u</a:t>
            </a:r>
            <a:r>
              <a:rPr dirty="0" smtClean="0" sz="1200" spc="0" b="1">
                <a:latin typeface="Times New Roman"/>
                <a:cs typeface="Times New Roman"/>
              </a:rPr>
              <a:t>a</a:t>
            </a:r>
            <a:r>
              <a:rPr dirty="0" smtClean="0" sz="1200" spc="-4" b="1">
                <a:latin typeface="Times New Roman"/>
                <a:cs typeface="Times New Roman"/>
              </a:rPr>
              <a:t>l</a:t>
            </a:r>
            <a:r>
              <a:rPr dirty="0" smtClean="0" sz="1200" spc="0" b="1">
                <a:latin typeface="Times New Roman"/>
                <a:cs typeface="Times New Roman"/>
              </a:rPr>
              <a:t>:</a:t>
            </a:r>
            <a:r>
              <a:rPr dirty="0" smtClean="0" sz="1200" spc="4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podrán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solici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sent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694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doc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os,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gráfic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ág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ef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ver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foro</a:t>
            </a:r>
            <a:r>
              <a:rPr dirty="0" smtClean="0" sz="1200" spc="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pued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688"/>
              </a:spcBef>
            </a:pPr>
            <a:r>
              <a:rPr dirty="0" smtClean="0" sz="1200" spc="0">
                <a:latin typeface="Times New Roman"/>
                <a:cs typeface="Times New Roman"/>
              </a:rPr>
              <a:t>exp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ejor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gu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ua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nes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</a:t>
            </a:r>
            <a:r>
              <a:rPr dirty="0" smtClean="0" sz="1200" spc="4">
                <a:latin typeface="Times New Roman"/>
                <a:cs typeface="Times New Roman"/>
              </a:rPr>
              <a:t>f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ó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Este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deb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on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688"/>
              </a:spcBef>
            </a:pPr>
            <a:r>
              <a:rPr dirty="0" smtClean="0" sz="1200" spc="0">
                <a:latin typeface="Times New Roman"/>
                <a:cs typeface="Times New Roman"/>
              </a:rPr>
              <a:t>aprob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esa,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verific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rán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q</a:t>
            </a:r>
            <a:r>
              <a:rPr dirty="0" smtClean="0" sz="1200" spc="0">
                <a:latin typeface="Times New Roman"/>
                <a:cs typeface="Times New Roman"/>
              </a:rPr>
              <a:t>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napropia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ofensivo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688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nes.</a:t>
            </a:r>
            <a:endParaRPr sz="1200">
              <a:latin typeface="Times New Roman"/>
              <a:cs typeface="Times New Roman"/>
            </a:endParaRPr>
          </a:p>
          <a:p>
            <a:pPr marL="12700" marR="3517">
              <a:lnSpc>
                <a:spcPts val="1392"/>
              </a:lnSpc>
              <a:spcBef>
                <a:spcPts val="723"/>
              </a:spcBef>
            </a:pPr>
            <a:r>
              <a:rPr dirty="0" smtClean="0" sz="1200" spc="0" b="1">
                <a:latin typeface="Times New Roman"/>
                <a:cs typeface="Times New Roman"/>
              </a:rPr>
              <a:t>Co</a:t>
            </a:r>
            <a:r>
              <a:rPr dirty="0" smtClean="0" sz="1200" spc="4" b="1">
                <a:latin typeface="Times New Roman"/>
                <a:cs typeface="Times New Roman"/>
              </a:rPr>
              <a:t>n</a:t>
            </a:r>
            <a:r>
              <a:rPr dirty="0" smtClean="0" sz="1200" spc="0" b="1">
                <a:latin typeface="Times New Roman"/>
                <a:cs typeface="Times New Roman"/>
              </a:rPr>
              <a:t>s</a:t>
            </a:r>
            <a:r>
              <a:rPr dirty="0" smtClean="0" sz="1200" spc="4" b="1">
                <a:latin typeface="Times New Roman"/>
                <a:cs typeface="Times New Roman"/>
              </a:rPr>
              <a:t>u</a:t>
            </a:r>
            <a:r>
              <a:rPr dirty="0" smtClean="0" sz="1200" spc="0" b="1">
                <a:latin typeface="Times New Roman"/>
                <a:cs typeface="Times New Roman"/>
              </a:rPr>
              <a:t>lta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de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-4" b="1">
                <a:latin typeface="Times New Roman"/>
                <a:cs typeface="Times New Roman"/>
              </a:rPr>
              <a:t>c</a:t>
            </a:r>
            <a:r>
              <a:rPr dirty="0" smtClean="0" sz="1200" spc="0" b="1">
                <a:latin typeface="Times New Roman"/>
                <a:cs typeface="Times New Roman"/>
              </a:rPr>
              <a:t>abal</a:t>
            </a:r>
            <a:r>
              <a:rPr dirty="0" smtClean="0" sz="1200" spc="-4" b="1">
                <a:latin typeface="Times New Roman"/>
                <a:cs typeface="Times New Roman"/>
              </a:rPr>
              <a:t>l</a:t>
            </a:r>
            <a:r>
              <a:rPr dirty="0" smtClean="0" sz="1200" spc="0" b="1">
                <a:latin typeface="Times New Roman"/>
                <a:cs typeface="Times New Roman"/>
              </a:rPr>
              <a:t>e</a:t>
            </a:r>
            <a:r>
              <a:rPr dirty="0" smtClean="0" sz="1200" spc="-4" b="1">
                <a:latin typeface="Times New Roman"/>
                <a:cs typeface="Times New Roman"/>
              </a:rPr>
              <a:t>r</a:t>
            </a:r>
            <a:r>
              <a:rPr dirty="0" smtClean="0" sz="1200" spc="0" b="1">
                <a:latin typeface="Times New Roman"/>
                <a:cs typeface="Times New Roman"/>
              </a:rPr>
              <a:t>os:</a:t>
            </a:r>
            <a:r>
              <a:rPr dirty="0" smtClean="0" sz="1200" spc="9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odrán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sol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cit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para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z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na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3517">
              <a:lnSpc>
                <a:spcPts val="1379"/>
              </a:lnSpc>
              <a:spcBef>
                <a:spcPts val="69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Consul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9">
                <a:latin typeface="Times New Roman"/>
                <a:cs typeface="Times New Roman"/>
              </a:rPr>
              <a:t>b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os.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uran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sta,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podrá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gun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f</a:t>
            </a:r>
            <a:r>
              <a:rPr dirty="0" smtClean="0" sz="1200" spc="0">
                <a:latin typeface="Times New Roman"/>
                <a:cs typeface="Times New Roman"/>
              </a:rPr>
              <a:t>oro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3517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gen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ral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ob</a:t>
            </a:r>
            <a:r>
              <a:rPr dirty="0" smtClean="0" sz="1200" spc="4">
                <a:latin typeface="Times New Roman"/>
                <a:cs typeface="Times New Roman"/>
              </a:rPr>
              <a:t>j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vo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oncr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9">
                <a:latin typeface="Times New Roman"/>
                <a:cs typeface="Times New Roman"/>
              </a:rPr>
              <a:t>b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ci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b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oques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q</a:t>
            </a:r>
            <a:r>
              <a:rPr dirty="0" smtClean="0" sz="1200" spc="0">
                <a:latin typeface="Times New Roman"/>
                <a:cs typeface="Times New Roman"/>
              </a:rPr>
              <a:t>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z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rán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3517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Antepr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soluc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on</a:t>
            </a:r>
            <a:r>
              <a:rPr dirty="0" smtClean="0" sz="1200" spc="4">
                <a:latin typeface="Times New Roman"/>
                <a:cs typeface="Times New Roman"/>
              </a:rPr>
              <a:t>j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gun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ú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ndrá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espuest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3517">
              <a:lnSpc>
                <a:spcPts val="1379"/>
              </a:lnSpc>
              <a:spcBef>
                <a:spcPts val="689"/>
              </a:spcBef>
            </a:pPr>
            <a:r>
              <a:rPr dirty="0" smtClean="0" sz="1200" spc="4">
                <a:latin typeface="Times New Roman"/>
                <a:cs typeface="Times New Roman"/>
              </a:rPr>
              <a:t>“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favor”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“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ra”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z</a:t>
            </a:r>
            <a:r>
              <a:rPr dirty="0" smtClean="0" sz="1200" spc="0">
                <a:latin typeface="Times New Roman"/>
                <a:cs typeface="Times New Roman"/>
              </a:rPr>
              <a:t>ará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b</a:t>
            </a:r>
            <a:r>
              <a:rPr dirty="0" smtClean="0" sz="1200" spc="0">
                <a:latin typeface="Times New Roman"/>
                <a:cs typeface="Times New Roman"/>
              </a:rPr>
              <a:t>ajo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ta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par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Mesa,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fin</a:t>
            </a:r>
            <a:endParaRPr sz="1200">
              <a:latin typeface="Times New Roman"/>
              <a:cs typeface="Times New Roman"/>
            </a:endParaRPr>
          </a:p>
          <a:p>
            <a:pPr marL="12700" marR="13586">
              <a:lnSpc>
                <a:spcPct val="95825"/>
              </a:lnSpc>
              <a:spcBef>
                <a:spcPts val="714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to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io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epr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Reso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19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endParaRPr sz="1200">
              <a:latin typeface="Times New Roman"/>
              <a:cs typeface="Times New Roman"/>
            </a:endParaRPr>
          </a:p>
          <a:p>
            <a:pPr marL="12700" marR="13586">
              <a:lnSpc>
                <a:spcPct val="95825"/>
              </a:lnSpc>
              <a:spcBef>
                <a:spcPts val="692"/>
              </a:spcBef>
            </a:pPr>
            <a:r>
              <a:rPr dirty="0" smtClean="0" sz="1200" spc="0">
                <a:latin typeface="Times New Roman"/>
                <a:cs typeface="Times New Roman"/>
              </a:rPr>
              <a:t>li</a:t>
            </a:r>
            <a:r>
              <a:rPr dirty="0" smtClean="0" sz="1200" spc="-9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áxi</a:t>
            </a:r>
            <a:r>
              <a:rPr dirty="0" smtClean="0" sz="1200" spc="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2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onsul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ab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eros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Ca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cus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Moder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8047" y="3343989"/>
            <a:ext cx="10160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8047" y="5448633"/>
            <a:ext cx="10160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8047" y="6763337"/>
            <a:ext cx="10160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8047" y="8605218"/>
            <a:ext cx="5887289" cy="440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330"/>
              </a:lnSpc>
              <a:spcBef>
                <a:spcPts val="66"/>
              </a:spcBef>
            </a:pPr>
            <a:r>
              <a:rPr dirty="0" smtClean="0" sz="1200" spc="4">
                <a:latin typeface="Arial"/>
                <a:cs typeface="Arial"/>
              </a:rPr>
              <a:t>13</a:t>
            </a:r>
            <a:r>
              <a:rPr dirty="0" smtClean="0" sz="1200" spc="0">
                <a:latin typeface="Arial"/>
                <a:cs typeface="Arial"/>
              </a:rPr>
              <a:t>.</a:t>
            </a:r>
            <a:r>
              <a:rPr dirty="0" smtClean="0" sz="1200" spc="-204">
                <a:latin typeface="Arial"/>
                <a:cs typeface="Arial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Negoc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ac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ón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9" b="1">
                <a:latin typeface="Times New Roman"/>
                <a:cs typeface="Times New Roman"/>
              </a:rPr>
              <a:t>l</a:t>
            </a:r>
            <a:r>
              <a:rPr dirty="0" smtClean="0" sz="1200" spc="0" b="1">
                <a:latin typeface="Times New Roman"/>
                <a:cs typeface="Times New Roman"/>
              </a:rPr>
              <a:t>ibre</a:t>
            </a:r>
            <a:r>
              <a:rPr dirty="0" smtClean="0" sz="1200" spc="-4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(</a:t>
            </a:r>
            <a:r>
              <a:rPr dirty="0" smtClean="0" sz="1200" spc="4" b="1">
                <a:latin typeface="Times New Roman"/>
                <a:cs typeface="Times New Roman"/>
              </a:rPr>
              <a:t>c</a:t>
            </a:r>
            <a:r>
              <a:rPr dirty="0" smtClean="0" sz="1200" spc="0" b="1">
                <a:latin typeface="Times New Roman"/>
                <a:cs typeface="Times New Roman"/>
              </a:rPr>
              <a:t>aucus</a:t>
            </a:r>
            <a:r>
              <a:rPr dirty="0" smtClean="0" sz="1200" spc="4" b="1">
                <a:latin typeface="Times New Roman"/>
                <a:cs typeface="Times New Roman"/>
              </a:rPr>
              <a:t> </a:t>
            </a:r>
            <a:r>
              <a:rPr dirty="0" smtClean="0" sz="1200" spc="-4" b="1">
                <a:latin typeface="Times New Roman"/>
                <a:cs typeface="Times New Roman"/>
              </a:rPr>
              <a:t>l</a:t>
            </a:r>
            <a:r>
              <a:rPr dirty="0" smtClean="0" sz="1200" spc="0" b="1">
                <a:latin typeface="Times New Roman"/>
                <a:cs typeface="Times New Roman"/>
              </a:rPr>
              <a:t>ibr</a:t>
            </a:r>
            <a:r>
              <a:rPr dirty="0" smtClean="0" sz="1200" spc="-4" b="1">
                <a:latin typeface="Times New Roman"/>
                <a:cs typeface="Times New Roman"/>
              </a:rPr>
              <a:t>e</a:t>
            </a:r>
            <a:r>
              <a:rPr dirty="0" smtClean="0" sz="1200" spc="0" b="1">
                <a:latin typeface="Times New Roman"/>
                <a:cs typeface="Times New Roman"/>
              </a:rPr>
              <a:t>)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in</a:t>
            </a:r>
            <a:r>
              <a:rPr dirty="0" smtClean="0" sz="1200" spc="9" b="1">
                <a:latin typeface="Times New Roman"/>
                <a:cs typeface="Times New Roman"/>
              </a:rPr>
              <a:t>f</a:t>
            </a:r>
            <a:r>
              <a:rPr dirty="0" smtClean="0" sz="1200" spc="0" b="1">
                <a:latin typeface="Times New Roman"/>
                <a:cs typeface="Times New Roman"/>
              </a:rPr>
              <a:t>o</a:t>
            </a:r>
            <a:r>
              <a:rPr dirty="0" smtClean="0" sz="1200" spc="-14" b="1">
                <a:latin typeface="Times New Roman"/>
                <a:cs typeface="Times New Roman"/>
              </a:rPr>
              <a:t>r</a:t>
            </a:r>
            <a:r>
              <a:rPr dirty="0" smtClean="0" sz="1200" spc="9" b="1">
                <a:latin typeface="Times New Roman"/>
                <a:cs typeface="Times New Roman"/>
              </a:rPr>
              <a:t>m</a:t>
            </a:r>
            <a:r>
              <a:rPr dirty="0" smtClean="0" sz="1200" spc="0" b="1">
                <a:latin typeface="Times New Roman"/>
                <a:cs typeface="Times New Roman"/>
              </a:rPr>
              <a:t>a</a:t>
            </a:r>
            <a:r>
              <a:rPr dirty="0" smtClean="0" sz="1200" spc="-4" b="1">
                <a:latin typeface="Times New Roman"/>
                <a:cs typeface="Times New Roman"/>
              </a:rPr>
              <a:t>l</a:t>
            </a:r>
            <a:r>
              <a:rPr dirty="0" smtClean="0" sz="1200" spc="0" b="1">
                <a:latin typeface="Times New Roman"/>
                <a:cs typeface="Times New Roman"/>
              </a:rPr>
              <a:t>:</a:t>
            </a:r>
            <a:r>
              <a:rPr dirty="0" smtClean="0" sz="1200" spc="-9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form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donde</a:t>
            </a:r>
            <a:endParaRPr sz="1200">
              <a:latin typeface="Times New Roman"/>
              <a:cs typeface="Times New Roman"/>
            </a:endParaRPr>
          </a:p>
          <a:p>
            <a:pPr marL="217169" marR="165177" algn="ctr">
              <a:lnSpc>
                <a:spcPct val="95825"/>
              </a:lnSpc>
              <a:spcBef>
                <a:spcPts val="613"/>
              </a:spcBef>
            </a:pP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pe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eb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ta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bros.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para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ucus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orden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63600" y="1085215"/>
            <a:ext cx="600837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863600" y="1224915"/>
            <a:ext cx="6008370" cy="0"/>
          </a:xfrm>
          <a:custGeom>
            <a:avLst/>
            <a:gdLst/>
            <a:ahLst/>
            <a:cxnLst/>
            <a:rect l="l" t="t" r="r" b="b"/>
            <a:pathLst>
              <a:path w="6008370" h="0">
                <a:moveTo>
                  <a:pt x="0" y="0"/>
                </a:moveTo>
                <a:lnTo>
                  <a:pt x="600837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615432" y="437490"/>
            <a:ext cx="1261333" cy="508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985"/>
              </a:lnSpc>
              <a:spcBef>
                <a:spcPts val="199"/>
              </a:spcBef>
            </a:pPr>
            <a:r>
              <a:rPr dirty="0" smtClean="0" sz="3800" b="1" i="1">
                <a:latin typeface="Arial"/>
                <a:cs typeface="Arial"/>
              </a:rPr>
              <a:t>ctJn</a:t>
            </a:r>
            <a:r>
              <a:rPr dirty="0" smtClean="0" sz="3800" spc="-869" b="1" i="1">
                <a:latin typeface="Arial"/>
                <a:cs typeface="Arial"/>
              </a:rPr>
              <a:t>u</a:t>
            </a:r>
            <a:r>
              <a:rPr dirty="0" smtClean="0" sz="3800" spc="0" b="1" i="1">
                <a:solidFill>
                  <a:srgbClr val="66A0C3"/>
                </a:solidFill>
                <a:latin typeface="Arial"/>
                <a:cs typeface="Arial"/>
              </a:rPr>
              <a:t>e</a:t>
            </a:r>
            <a:endParaRPr sz="3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49905" y="588449"/>
            <a:ext cx="1673225" cy="5089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530"/>
              </a:lnSpc>
              <a:spcBef>
                <a:spcPts val="76"/>
              </a:spcBef>
            </a:pPr>
            <a:r>
              <a:rPr dirty="0" smtClean="0" sz="1400" spc="0" b="1">
                <a:latin typeface="Times New Roman"/>
                <a:cs typeface="Times New Roman"/>
              </a:rPr>
              <a:t>CHR</a:t>
            </a:r>
            <a:r>
              <a:rPr dirty="0" smtClean="0" sz="1400" spc="-4" b="1">
                <a:latin typeface="Times New Roman"/>
                <a:cs typeface="Times New Roman"/>
              </a:rPr>
              <a:t>I</a:t>
            </a:r>
            <a:r>
              <a:rPr dirty="0" smtClean="0" sz="1400" spc="0" b="1">
                <a:latin typeface="Times New Roman"/>
                <a:cs typeface="Times New Roman"/>
              </a:rPr>
              <a:t>STA</a:t>
            </a:r>
            <a:r>
              <a:rPr dirty="0" smtClean="0" sz="1400" spc="-4" b="1">
                <a:latin typeface="Times New Roman"/>
                <a:cs typeface="Times New Roman"/>
              </a:rPr>
              <a:t>M</a:t>
            </a:r>
            <a:r>
              <a:rPr dirty="0" smtClean="0" sz="1400" spc="0" b="1">
                <a:latin typeface="Times New Roman"/>
                <a:cs typeface="Times New Roman"/>
              </a:rPr>
              <a:t>UN</a:t>
            </a:r>
            <a:r>
              <a:rPr dirty="0" smtClean="0" sz="1400" spc="9" b="1">
                <a:latin typeface="Times New Roman"/>
                <a:cs typeface="Times New Roman"/>
              </a:rPr>
              <a:t> </a:t>
            </a:r>
            <a:r>
              <a:rPr dirty="0" smtClean="0" sz="1400" spc="0" b="1">
                <a:latin typeface="Times New Roman"/>
                <a:cs typeface="Times New Roman"/>
              </a:rPr>
              <a:t>2026</a:t>
            </a:r>
            <a:endParaRPr sz="1400">
              <a:latin typeface="Times New Roman"/>
              <a:cs typeface="Times New Roman"/>
            </a:endParaRPr>
          </a:p>
          <a:p>
            <a:pPr marL="92686" marR="107025" algn="ctr">
              <a:lnSpc>
                <a:spcPct val="101725"/>
              </a:lnSpc>
              <a:spcBef>
                <a:spcPts val="858"/>
              </a:spcBef>
            </a:pP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T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r</a:t>
            </a:r>
            <a:r>
              <a:rPr dirty="0" smtClean="0" sz="1200" spc="4">
                <a:solidFill>
                  <a:srgbClr val="313D4F"/>
                </a:solidFill>
                <a:latin typeface="Calibri"/>
                <a:cs typeface="Calibri"/>
              </a:rPr>
              <a:t>i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nid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a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d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-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B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eni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-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B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o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li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v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ia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83428" y="885674"/>
            <a:ext cx="1249693" cy="1020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dirty="0" smtClean="0" sz="600" i="1">
                <a:solidFill>
                  <a:srgbClr val="66A0C3"/>
                </a:solidFill>
                <a:latin typeface="Arial"/>
                <a:cs typeface="Arial"/>
              </a:rPr>
              <a:t>C</a:t>
            </a:r>
            <a:r>
              <a:rPr dirty="0" smtClean="0" sz="600" i="1">
                <a:solidFill>
                  <a:srgbClr val="7CACCD"/>
                </a:solidFill>
                <a:latin typeface="Arial"/>
                <a:cs typeface="Arial"/>
              </a:rPr>
              <a:t>enlr</a:t>
            </a:r>
            <a:r>
              <a:rPr dirty="0" smtClean="0" sz="600" spc="14" i="1">
                <a:solidFill>
                  <a:srgbClr val="66A0C3"/>
                </a:solidFill>
                <a:latin typeface="Arial"/>
                <a:cs typeface="Arial"/>
              </a:rPr>
              <a:t>o</a:t>
            </a:r>
            <a:r>
              <a:rPr dirty="0" smtClean="0" sz="600" spc="0" i="1">
                <a:solidFill>
                  <a:srgbClr val="66A0C3"/>
                </a:solidFill>
                <a:latin typeface="Times New Roman"/>
                <a:cs typeface="Times New Roman"/>
              </a:rPr>
              <a:t>de</a:t>
            </a:r>
            <a:r>
              <a:rPr dirty="0" smtClean="0" sz="600" spc="-84" i="1">
                <a:solidFill>
                  <a:srgbClr val="66A0C3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Inform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ció</a:t>
            </a:r>
            <a:r>
              <a:rPr dirty="0" smtClean="0" sz="600" spc="-18" i="1">
                <a:solidFill>
                  <a:srgbClr val="7CACCD"/>
                </a:solidFill>
                <a:latin typeface="Arial"/>
                <a:cs typeface="Arial"/>
              </a:rPr>
              <a:t>n</a:t>
            </a:r>
            <a:r>
              <a:rPr dirty="0" smtClean="0" sz="600" spc="0" i="1">
                <a:solidFill>
                  <a:srgbClr val="66A0C3"/>
                </a:solidFill>
                <a:latin typeface="Times New Roman"/>
                <a:cs typeface="Times New Roman"/>
              </a:rPr>
              <a:t>de</a:t>
            </a:r>
            <a:r>
              <a:rPr dirty="0" smtClean="0" sz="600" spc="7" i="1">
                <a:solidFill>
                  <a:srgbClr val="66A0C3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N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cione</a:t>
            </a:r>
            <a:r>
              <a:rPr dirty="0" smtClean="0" sz="600" spc="25" i="1">
                <a:solidFill>
                  <a:srgbClr val="7CACCD"/>
                </a:solidFill>
                <a:latin typeface="Arial"/>
                <a:cs typeface="Arial"/>
              </a:rPr>
              <a:t>s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Un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ida</a:t>
            </a:r>
            <a:r>
              <a:rPr dirty="0" smtClean="0" sz="600" spc="-29" i="1">
                <a:solidFill>
                  <a:srgbClr val="7CACCD"/>
                </a:solidFill>
                <a:latin typeface="Arial"/>
                <a:cs typeface="Arial"/>
              </a:rPr>
              <a:t>s</a:t>
            </a:r>
            <a:r>
              <a:rPr dirty="0" smtClean="0" sz="600" spc="0" i="1">
                <a:solidFill>
                  <a:srgbClr val="2F85BA"/>
                </a:solidFill>
                <a:latin typeface="Arial"/>
                <a:cs typeface="Arial"/>
              </a:rPr>
              <a:t>B</a:t>
            </a:r>
            <a:r>
              <a:rPr dirty="0" smtClean="0" sz="600" spc="0" i="1">
                <a:solidFill>
                  <a:srgbClr val="508CB3"/>
                </a:solidFill>
                <a:latin typeface="Arial"/>
                <a:cs typeface="Arial"/>
              </a:rPr>
              <a:t>o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li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vi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8047" y="1241601"/>
            <a:ext cx="5966978" cy="780389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41300" marR="13586">
              <a:lnSpc>
                <a:spcPts val="1325"/>
              </a:lnSpc>
              <a:spcBef>
                <a:spcPts val="66"/>
              </a:spcBef>
            </a:pPr>
            <a:r>
              <a:rPr dirty="0" smtClean="0" sz="1200" spc="4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z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lis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orado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es.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g</a:t>
            </a:r>
            <a:r>
              <a:rPr dirty="0" smtClean="0" sz="1200" spc="0">
                <a:latin typeface="Times New Roman"/>
                <a:cs typeface="Times New Roman"/>
              </a:rPr>
              <a:t>ado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debe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exp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b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ev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ts val="1379"/>
              </a:lnSpc>
              <a:spcBef>
                <a:spcPts val="614"/>
              </a:spcBef>
            </a:pPr>
            <a:r>
              <a:rPr dirty="0" smtClean="0" sz="1200" spc="0">
                <a:latin typeface="Times New Roman"/>
                <a:cs typeface="Times New Roman"/>
              </a:rPr>
              <a:t>propósi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espe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ifi</a:t>
            </a:r>
            <a:r>
              <a:rPr dirty="0" smtClean="0" sz="1200" spc="9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í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te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uc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(t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po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dur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n),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sin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ex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50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os.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debe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ta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sec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ndada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puesta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requ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é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1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ose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ts val="1379"/>
              </a:lnSpc>
              <a:spcBef>
                <a:spcPts val="689"/>
              </a:spcBef>
            </a:pP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14">
                <a:latin typeface="Times New Roman"/>
                <a:cs typeface="Times New Roman"/>
              </a:rPr>
              <a:t>a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oría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ie</a:t>
            </a:r>
            <a:r>
              <a:rPr dirty="0" smtClean="0" sz="1200" spc="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bros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presen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vo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para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apl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oder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dor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nc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ará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gados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ed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ov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z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rse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b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ro,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sin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sal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é</a:t>
            </a:r>
            <a:r>
              <a:rPr dirty="0" smtClean="0" sz="1200" spc="0">
                <a:latin typeface="Times New Roman"/>
                <a:cs typeface="Times New Roman"/>
              </a:rPr>
              <a:t>l,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rse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ás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ones.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fin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z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po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19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ongado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z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ás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ts val="1379"/>
              </a:lnSpc>
              <a:spcBef>
                <a:spcPts val="689"/>
              </a:spcBef>
            </a:pP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stab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z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ti</a:t>
            </a:r>
            <a:r>
              <a:rPr dirty="0" smtClean="0" sz="1200" spc="9">
                <a:latin typeface="Times New Roman"/>
                <a:cs typeface="Times New Roman"/>
              </a:rPr>
              <a:t>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po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14">
                <a:latin typeface="Times New Roman"/>
                <a:cs typeface="Times New Roman"/>
              </a:rPr>
              <a:t>a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ev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dado.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b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én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podrá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ongado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def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esa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consi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era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esa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241300" marR="7086" indent="-228600">
              <a:lnSpc>
                <a:spcPts val="1393"/>
              </a:lnSpc>
              <a:spcBef>
                <a:spcPts val="719"/>
              </a:spcBef>
            </a:pPr>
            <a:r>
              <a:rPr dirty="0" smtClean="0" sz="1200" spc="4">
                <a:latin typeface="Arial"/>
                <a:cs typeface="Arial"/>
              </a:rPr>
              <a:t>14</a:t>
            </a:r>
            <a:r>
              <a:rPr dirty="0" smtClean="0" sz="1200" spc="0">
                <a:latin typeface="Arial"/>
                <a:cs typeface="Arial"/>
              </a:rPr>
              <a:t>.</a:t>
            </a:r>
            <a:r>
              <a:rPr dirty="0" smtClean="0" sz="1200" spc="-204">
                <a:latin typeface="Arial"/>
                <a:cs typeface="Arial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Negoc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ac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ón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9" b="1">
                <a:latin typeface="Times New Roman"/>
                <a:cs typeface="Times New Roman"/>
              </a:rPr>
              <a:t>l</a:t>
            </a:r>
            <a:r>
              <a:rPr dirty="0" smtClean="0" sz="1200" spc="0" b="1">
                <a:latin typeface="Times New Roman"/>
                <a:cs typeface="Times New Roman"/>
              </a:rPr>
              <a:t>ibre</a:t>
            </a:r>
            <a:r>
              <a:rPr dirty="0" smtClean="0" sz="1200" spc="-4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(</a:t>
            </a:r>
            <a:r>
              <a:rPr dirty="0" smtClean="0" sz="1200" spc="4" b="1">
                <a:latin typeface="Times New Roman"/>
                <a:cs typeface="Times New Roman"/>
              </a:rPr>
              <a:t>c</a:t>
            </a:r>
            <a:r>
              <a:rPr dirty="0" smtClean="0" sz="1200" spc="0" b="1">
                <a:latin typeface="Times New Roman"/>
                <a:cs typeface="Times New Roman"/>
              </a:rPr>
              <a:t>aucus</a:t>
            </a:r>
            <a:r>
              <a:rPr dirty="0" smtClean="0" sz="1200" spc="4" b="1">
                <a:latin typeface="Times New Roman"/>
                <a:cs typeface="Times New Roman"/>
              </a:rPr>
              <a:t> </a:t>
            </a:r>
            <a:r>
              <a:rPr dirty="0" smtClean="0" sz="1200" spc="-4" b="1">
                <a:latin typeface="Times New Roman"/>
                <a:cs typeface="Times New Roman"/>
              </a:rPr>
              <a:t>l</a:t>
            </a:r>
            <a:r>
              <a:rPr dirty="0" smtClean="0" sz="1200" spc="0" b="1">
                <a:latin typeface="Times New Roman"/>
                <a:cs typeface="Times New Roman"/>
              </a:rPr>
              <a:t>ibr</a:t>
            </a:r>
            <a:r>
              <a:rPr dirty="0" smtClean="0" sz="1200" spc="-4" b="1">
                <a:latin typeface="Times New Roman"/>
                <a:cs typeface="Times New Roman"/>
              </a:rPr>
              <a:t>e</a:t>
            </a:r>
            <a:r>
              <a:rPr dirty="0" smtClean="0" sz="1200" spc="0" b="1">
                <a:latin typeface="Times New Roman"/>
                <a:cs typeface="Times New Roman"/>
              </a:rPr>
              <a:t>)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9" b="1">
                <a:latin typeface="Times New Roman"/>
                <a:cs typeface="Times New Roman"/>
              </a:rPr>
              <a:t>f</a:t>
            </a:r>
            <a:r>
              <a:rPr dirty="0" smtClean="0" sz="1200" spc="0" b="1">
                <a:latin typeface="Times New Roman"/>
                <a:cs typeface="Times New Roman"/>
              </a:rPr>
              <a:t>o</a:t>
            </a:r>
            <a:r>
              <a:rPr dirty="0" smtClean="0" sz="1200" spc="-14" b="1">
                <a:latin typeface="Times New Roman"/>
                <a:cs typeface="Times New Roman"/>
              </a:rPr>
              <a:t>r</a:t>
            </a:r>
            <a:r>
              <a:rPr dirty="0" smtClean="0" sz="1200" spc="19" b="1">
                <a:latin typeface="Times New Roman"/>
                <a:cs typeface="Times New Roman"/>
              </a:rPr>
              <a:t>m</a:t>
            </a:r>
            <a:r>
              <a:rPr dirty="0" smtClean="0" sz="1200" spc="0" b="1">
                <a:latin typeface="Times New Roman"/>
                <a:cs typeface="Times New Roman"/>
              </a:rPr>
              <a:t>a</a:t>
            </a:r>
            <a:r>
              <a:rPr dirty="0" smtClean="0" sz="1200" spc="-4" b="1">
                <a:latin typeface="Times New Roman"/>
                <a:cs typeface="Times New Roman"/>
              </a:rPr>
              <a:t>l</a:t>
            </a:r>
            <a:r>
              <a:rPr dirty="0" smtClean="0" sz="1200" spc="0" b="1">
                <a:latin typeface="Times New Roman"/>
                <a:cs typeface="Times New Roman"/>
              </a:rPr>
              <a:t>:</a:t>
            </a:r>
            <a:r>
              <a:rPr dirty="0" smtClean="0" sz="1200" spc="-19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ara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ucus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bre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so</a:t>
            </a:r>
            <a:r>
              <a:rPr dirty="0" smtClean="0" sz="1200" spc="9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7086">
              <a:lnSpc>
                <a:spcPts val="1379"/>
              </a:lnSpc>
              <a:spcBef>
                <a:spcPts val="696"/>
              </a:spcBef>
            </a:pP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epr</a:t>
            </a:r>
            <a:r>
              <a:rPr dirty="0" smtClean="0" sz="1200" spc="14">
                <a:latin typeface="Times New Roman"/>
                <a:cs typeface="Times New Roman"/>
              </a:rPr>
              <a:t>o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to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aprob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por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esa,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ob</a:t>
            </a:r>
            <a:r>
              <a:rPr dirty="0" smtClean="0" sz="1200" spc="4">
                <a:latin typeface="Times New Roman"/>
                <a:cs typeface="Times New Roman"/>
              </a:rPr>
              <a:t>j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v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poder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7086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re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z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resolu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9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b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das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end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gados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ran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7086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ber</a:t>
            </a:r>
            <a:r>
              <a:rPr dirty="0" smtClean="0" sz="1200" spc="4">
                <a:latin typeface="Times New Roman"/>
                <a:cs typeface="Times New Roman"/>
              </a:rPr>
              <a:t>á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ev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aqu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expon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rla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sa,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esta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vo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7086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pro</a:t>
            </a:r>
            <a:r>
              <a:rPr dirty="0" smtClean="0" sz="1200" spc="9">
                <a:latin typeface="Times New Roman"/>
                <a:cs typeface="Times New Roman"/>
              </a:rPr>
              <a:t>b</a:t>
            </a:r>
            <a:r>
              <a:rPr dirty="0" smtClean="0" sz="1200" spc="0">
                <a:latin typeface="Times New Roman"/>
                <a:cs typeface="Times New Roman"/>
              </a:rPr>
              <a:t>ada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por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14">
                <a:latin typeface="Times New Roman"/>
                <a:cs typeface="Times New Roman"/>
              </a:rPr>
              <a:t>a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oría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9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e.</a:t>
            </a:r>
            <a:endParaRPr sz="1200">
              <a:latin typeface="Times New Roman"/>
              <a:cs typeface="Times New Roman"/>
            </a:endParaRPr>
          </a:p>
          <a:p>
            <a:pPr marL="241300" marR="84670" indent="-228600">
              <a:lnSpc>
                <a:spcPts val="1393"/>
              </a:lnSpc>
              <a:spcBef>
                <a:spcPts val="719"/>
              </a:spcBef>
            </a:pPr>
            <a:r>
              <a:rPr dirty="0" smtClean="0" sz="1200" spc="4">
                <a:latin typeface="Arial"/>
                <a:cs typeface="Arial"/>
              </a:rPr>
              <a:t>15</a:t>
            </a:r>
            <a:r>
              <a:rPr dirty="0" smtClean="0" sz="1200" spc="0">
                <a:latin typeface="Arial"/>
                <a:cs typeface="Arial"/>
              </a:rPr>
              <a:t>.</a:t>
            </a:r>
            <a:r>
              <a:rPr dirty="0" smtClean="0" sz="1200" spc="-204">
                <a:latin typeface="Arial"/>
                <a:cs typeface="Arial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P</a:t>
            </a:r>
            <a:r>
              <a:rPr dirty="0" smtClean="0" sz="1200" spc="-4" b="1">
                <a:latin typeface="Times New Roman"/>
                <a:cs typeface="Times New Roman"/>
              </a:rPr>
              <a:t>r</a:t>
            </a:r>
            <a:r>
              <a:rPr dirty="0" smtClean="0" sz="1200" spc="0" b="1">
                <a:latin typeface="Times New Roman"/>
                <a:cs typeface="Times New Roman"/>
              </a:rPr>
              <a:t>esentac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ón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4" b="1">
                <a:latin typeface="Times New Roman"/>
                <a:cs typeface="Times New Roman"/>
              </a:rPr>
              <a:t>d</a:t>
            </a:r>
            <a:r>
              <a:rPr dirty="0" smtClean="0" sz="1200" spc="0" b="1">
                <a:latin typeface="Times New Roman"/>
                <a:cs typeface="Times New Roman"/>
              </a:rPr>
              <a:t>e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an</a:t>
            </a:r>
            <a:r>
              <a:rPr dirty="0" smtClean="0" sz="1200" spc="9" b="1">
                <a:latin typeface="Times New Roman"/>
                <a:cs typeface="Times New Roman"/>
              </a:rPr>
              <a:t>t</a:t>
            </a:r>
            <a:r>
              <a:rPr dirty="0" smtClean="0" sz="1200" spc="0" b="1">
                <a:latin typeface="Times New Roman"/>
                <a:cs typeface="Times New Roman"/>
              </a:rPr>
              <a:t>epro</a:t>
            </a:r>
            <a:r>
              <a:rPr dirty="0" smtClean="0" sz="1200" spc="4" b="1">
                <a:latin typeface="Times New Roman"/>
                <a:cs typeface="Times New Roman"/>
              </a:rPr>
              <a:t>y</a:t>
            </a:r>
            <a:r>
              <a:rPr dirty="0" smtClean="0" sz="1200" spc="0" b="1">
                <a:latin typeface="Times New Roman"/>
                <a:cs typeface="Times New Roman"/>
              </a:rPr>
              <a:t>e</a:t>
            </a:r>
            <a:r>
              <a:rPr dirty="0" smtClean="0" sz="1200" spc="-4" b="1">
                <a:latin typeface="Times New Roman"/>
                <a:cs typeface="Times New Roman"/>
              </a:rPr>
              <a:t>c</a:t>
            </a:r>
            <a:r>
              <a:rPr dirty="0" smtClean="0" sz="1200" spc="0" b="1">
                <a:latin typeface="Times New Roman"/>
                <a:cs typeface="Times New Roman"/>
              </a:rPr>
              <a:t>to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de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r</a:t>
            </a:r>
            <a:r>
              <a:rPr dirty="0" smtClean="0" sz="1200" spc="-4" b="1">
                <a:latin typeface="Times New Roman"/>
                <a:cs typeface="Times New Roman"/>
              </a:rPr>
              <a:t>e</a:t>
            </a:r>
            <a:r>
              <a:rPr dirty="0" smtClean="0" sz="1200" spc="0" b="1">
                <a:latin typeface="Times New Roman"/>
                <a:cs typeface="Times New Roman"/>
              </a:rPr>
              <a:t>soluc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ón:</a:t>
            </a:r>
            <a:r>
              <a:rPr dirty="0" smtClean="0" sz="1200" spc="-9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ant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pr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cto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soluc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4">
                <a:latin typeface="Times New Roman"/>
                <a:cs typeface="Times New Roman"/>
              </a:rPr>
              <a:t>b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84670">
              <a:lnSpc>
                <a:spcPts val="1379"/>
              </a:lnSpc>
              <a:spcBef>
                <a:spcPts val="695"/>
              </a:spcBef>
            </a:pP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respues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vi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b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co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ado,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deb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rán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gar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ons</a:t>
            </a:r>
            <a:r>
              <a:rPr dirty="0" smtClean="0" sz="1200" spc="9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nso</a:t>
            </a:r>
            <a:r>
              <a:rPr dirty="0" smtClean="0" sz="1200" spc="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84670">
              <a:lnSpc>
                <a:spcPts val="1379"/>
              </a:lnSpc>
              <a:spcBef>
                <a:spcPts val="688"/>
              </a:spcBef>
            </a:pP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ones.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epr</a:t>
            </a:r>
            <a:r>
              <a:rPr dirty="0" smtClean="0" sz="1200" spc="14">
                <a:latin typeface="Times New Roman"/>
                <a:cs typeface="Times New Roman"/>
              </a:rPr>
              <a:t>o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to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podrá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z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odas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84670">
              <a:lnSpc>
                <a:spcPts val="1379"/>
              </a:lnSpc>
              <a:spcBef>
                <a:spcPts val="688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nes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</a:t>
            </a:r>
            <a:r>
              <a:rPr dirty="0" smtClean="0" sz="1200" spc="14">
                <a:latin typeface="Times New Roman"/>
                <a:cs typeface="Times New Roman"/>
              </a:rPr>
              <a:t>a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xpresado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sus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posic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ones.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Este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deb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rá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contar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cu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84670">
              <a:lnSpc>
                <a:spcPts val="1379"/>
              </a:lnSpc>
              <a:spcBef>
                <a:spcPts val="688"/>
              </a:spcBef>
            </a:pP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í</a:t>
            </a:r>
            <a:r>
              <a:rPr dirty="0" smtClean="0" sz="1200" spc="-4">
                <a:latin typeface="Times New Roman"/>
                <a:cs typeface="Times New Roman"/>
              </a:rPr>
              <a:t>n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fi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ie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bros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presen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1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84670">
              <a:lnSpc>
                <a:spcPts val="1379"/>
              </a:lnSpc>
              <a:spcBef>
                <a:spcPts val="688"/>
              </a:spcBef>
            </a:pPr>
            <a:r>
              <a:rPr dirty="0" smtClean="0" sz="1200" spc="0">
                <a:latin typeface="Times New Roman"/>
                <a:cs typeface="Times New Roman"/>
              </a:rPr>
              <a:t>consid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rado.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Cu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q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epr</a:t>
            </a:r>
            <a:r>
              <a:rPr dirty="0" smtClean="0" sz="1200" spc="14">
                <a:latin typeface="Times New Roman"/>
                <a:cs typeface="Times New Roman"/>
              </a:rPr>
              <a:t>o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ado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ará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fuera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84670">
              <a:lnSpc>
                <a:spcPts val="1379"/>
              </a:lnSpc>
              <a:spcBef>
                <a:spcPts val="688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ord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h</a:t>
            </a:r>
            <a:r>
              <a:rPr dirty="0" smtClean="0" sz="1200" spc="0">
                <a:latin typeface="Times New Roman"/>
                <a:cs typeface="Times New Roman"/>
              </a:rPr>
              <a:t>ará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edor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onest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n.</a:t>
            </a:r>
            <a:endParaRPr sz="1200">
              <a:latin typeface="Times New Roman"/>
              <a:cs typeface="Times New Roman"/>
            </a:endParaRPr>
          </a:p>
          <a:p>
            <a:pPr marL="241300" marR="2070" indent="-228600">
              <a:lnSpc>
                <a:spcPts val="1393"/>
              </a:lnSpc>
              <a:spcBef>
                <a:spcPts val="718"/>
              </a:spcBef>
            </a:pPr>
            <a:r>
              <a:rPr dirty="0" smtClean="0" sz="1200" spc="4">
                <a:latin typeface="Arial"/>
                <a:cs typeface="Arial"/>
              </a:rPr>
              <a:t>16</a:t>
            </a:r>
            <a:r>
              <a:rPr dirty="0" smtClean="0" sz="1200" spc="0">
                <a:latin typeface="Arial"/>
                <a:cs typeface="Arial"/>
              </a:rPr>
              <a:t>.</a:t>
            </a:r>
            <a:r>
              <a:rPr dirty="0" smtClean="0" sz="1200" spc="-204">
                <a:latin typeface="Arial"/>
                <a:cs typeface="Arial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E</a:t>
            </a:r>
            <a:r>
              <a:rPr dirty="0" smtClean="0" sz="1200" spc="-4" b="1">
                <a:latin typeface="Times New Roman"/>
                <a:cs typeface="Times New Roman"/>
              </a:rPr>
              <a:t>n</a:t>
            </a:r>
            <a:r>
              <a:rPr dirty="0" smtClean="0" sz="1200" spc="19" b="1">
                <a:latin typeface="Times New Roman"/>
                <a:cs typeface="Times New Roman"/>
              </a:rPr>
              <a:t>m</a:t>
            </a:r>
            <a:r>
              <a:rPr dirty="0" smtClean="0" sz="1200" spc="0" b="1">
                <a:latin typeface="Times New Roman"/>
                <a:cs typeface="Times New Roman"/>
              </a:rPr>
              <a:t>i</a:t>
            </a:r>
            <a:r>
              <a:rPr dirty="0" smtClean="0" sz="1200" spc="-4" b="1">
                <a:latin typeface="Times New Roman"/>
                <a:cs typeface="Times New Roman"/>
              </a:rPr>
              <a:t>e</a:t>
            </a:r>
            <a:r>
              <a:rPr dirty="0" smtClean="0" sz="1200" spc="0" b="1">
                <a:latin typeface="Times New Roman"/>
                <a:cs typeface="Times New Roman"/>
              </a:rPr>
              <a:t>n</a:t>
            </a:r>
            <a:r>
              <a:rPr dirty="0" smtClean="0" sz="1200" spc="4" b="1">
                <a:latin typeface="Times New Roman"/>
                <a:cs typeface="Times New Roman"/>
              </a:rPr>
              <a:t>d</a:t>
            </a:r>
            <a:r>
              <a:rPr dirty="0" smtClean="0" sz="1200" spc="0" b="1">
                <a:latin typeface="Times New Roman"/>
                <a:cs typeface="Times New Roman"/>
              </a:rPr>
              <a:t>a</a:t>
            </a:r>
            <a:r>
              <a:rPr dirty="0" smtClean="0" sz="1200" spc="-4" b="1">
                <a:latin typeface="Times New Roman"/>
                <a:cs typeface="Times New Roman"/>
              </a:rPr>
              <a:t>s</a:t>
            </a:r>
            <a:r>
              <a:rPr dirty="0" smtClean="0" sz="1200" spc="0" b="1">
                <a:latin typeface="Times New Roman"/>
                <a:cs typeface="Times New Roman"/>
              </a:rPr>
              <a:t>:</a:t>
            </a:r>
            <a:r>
              <a:rPr dirty="0" smtClean="0" sz="1200" spc="-19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9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nda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ción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para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b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rte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2070">
              <a:lnSpc>
                <a:spcPts val="1379"/>
              </a:lnSpc>
              <a:spcBef>
                <a:spcPts val="695"/>
              </a:spcBef>
            </a:pP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epr</a:t>
            </a:r>
            <a:r>
              <a:rPr dirty="0" smtClean="0" sz="1200" spc="14">
                <a:latin typeface="Times New Roman"/>
                <a:cs typeface="Times New Roman"/>
              </a:rPr>
              <a:t>o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to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To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ndas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deb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esen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ad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escr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to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2070">
              <a:lnSpc>
                <a:spcPts val="1379"/>
              </a:lnSpc>
              <a:spcBef>
                <a:spcPts val="688"/>
              </a:spcBef>
            </a:pPr>
            <a:r>
              <a:rPr dirty="0" smtClean="0" sz="1200" spc="0">
                <a:latin typeface="Times New Roman"/>
                <a:cs typeface="Times New Roman"/>
              </a:rPr>
              <a:t>aprob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pre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Ant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consid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rad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f</a:t>
            </a:r>
            <a:r>
              <a:rPr dirty="0" smtClean="0" sz="1200" spc="0">
                <a:latin typeface="Times New Roman"/>
                <a:cs typeface="Times New Roman"/>
              </a:rPr>
              <a:t>oro,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esi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1</a:t>
            </a:r>
            <a:r>
              <a:rPr dirty="0" smtClean="0" sz="1200" spc="0">
                <a:latin typeface="Times New Roman"/>
                <a:cs typeface="Times New Roman"/>
              </a:rPr>
              <a:t>/3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fi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2070">
              <a:lnSpc>
                <a:spcPts val="1379"/>
              </a:lnSpc>
              <a:spcBef>
                <a:spcPts val="688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gados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pre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ndas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presen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-4">
                <a:latin typeface="Times New Roman"/>
                <a:cs typeface="Times New Roman"/>
              </a:rPr>
              <a:t>á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foro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esté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b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2070">
              <a:lnSpc>
                <a:spcPts val="1379"/>
              </a:lnSpc>
              <a:spcBef>
                <a:spcPts val="688"/>
              </a:spcBef>
            </a:pP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so</a:t>
            </a:r>
            <a:r>
              <a:rPr dirty="0" smtClean="0" sz="1200" spc="9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uc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vo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n.</a:t>
            </a:r>
            <a:endParaRPr sz="1200">
              <a:latin typeface="Times New Roman"/>
              <a:cs typeface="Times New Roman"/>
            </a:endParaRPr>
          </a:p>
          <a:p>
            <a:pPr marL="241300" marR="642696" indent="-228600">
              <a:lnSpc>
                <a:spcPts val="1393"/>
              </a:lnSpc>
              <a:spcBef>
                <a:spcPts val="718"/>
              </a:spcBef>
            </a:pPr>
            <a:r>
              <a:rPr dirty="0" smtClean="0" sz="1200" spc="4">
                <a:latin typeface="Arial"/>
                <a:cs typeface="Arial"/>
              </a:rPr>
              <a:t>17</a:t>
            </a:r>
            <a:r>
              <a:rPr dirty="0" smtClean="0" sz="1200" spc="0">
                <a:latin typeface="Arial"/>
                <a:cs typeface="Arial"/>
              </a:rPr>
              <a:t>.</a:t>
            </a:r>
            <a:r>
              <a:rPr dirty="0" smtClean="0" sz="1200" spc="-204">
                <a:latin typeface="Arial"/>
                <a:cs typeface="Arial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C</a:t>
            </a:r>
            <a:r>
              <a:rPr dirty="0" smtClean="0" sz="1200" spc="-4" b="1">
                <a:latin typeface="Times New Roman"/>
                <a:cs typeface="Times New Roman"/>
              </a:rPr>
              <a:t>o</a:t>
            </a:r>
            <a:r>
              <a:rPr dirty="0" smtClean="0" sz="1200" spc="9" b="1">
                <a:latin typeface="Times New Roman"/>
                <a:cs typeface="Times New Roman"/>
              </a:rPr>
              <a:t>m</a:t>
            </a:r>
            <a:r>
              <a:rPr dirty="0" smtClean="0" sz="1200" spc="0" b="1">
                <a:latin typeface="Times New Roman"/>
                <a:cs typeface="Times New Roman"/>
              </a:rPr>
              <a:t>petenc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a:</a:t>
            </a:r>
            <a:r>
              <a:rPr dirty="0" smtClean="0" sz="1200" spc="-19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Cuando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gado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ons</a:t>
            </a:r>
            <a:r>
              <a:rPr dirty="0" smtClean="0" sz="1200" spc="9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deré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epr</a:t>
            </a:r>
            <a:r>
              <a:rPr dirty="0" smtClean="0" sz="1200" spc="14">
                <a:latin typeface="Times New Roman"/>
                <a:cs typeface="Times New Roman"/>
              </a:rPr>
              <a:t>o</a:t>
            </a:r>
            <a:r>
              <a:rPr dirty="0" smtClean="0" sz="1200" spc="-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to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sol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642696">
              <a:lnSpc>
                <a:spcPts val="1379"/>
              </a:lnSpc>
              <a:spcBef>
                <a:spcPts val="685"/>
              </a:spcBef>
            </a:pP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ndas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ué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era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jurisdi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n,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is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pue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endParaRPr sz="1200">
              <a:latin typeface="Times New Roman"/>
              <a:cs typeface="Times New Roman"/>
            </a:endParaRPr>
          </a:p>
          <a:p>
            <a:pPr marL="241300" marR="154012">
              <a:lnSpc>
                <a:spcPts val="1379"/>
              </a:lnSpc>
              <a:spcBef>
                <a:spcPts val="713"/>
              </a:spcBef>
            </a:pPr>
            <a:r>
              <a:rPr dirty="0" smtClean="0" sz="1200" spc="0">
                <a:latin typeface="Times New Roman"/>
                <a:cs typeface="Times New Roman"/>
              </a:rPr>
              <a:t>consul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eb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ir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is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sobre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dic</a:t>
            </a:r>
            <a:r>
              <a:rPr dirty="0" smtClean="0" sz="1200" spc="4">
                <a:latin typeface="Times New Roman"/>
                <a:cs typeface="Times New Roman"/>
              </a:rPr>
              <a:t>h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propu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sta.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sta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sul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154012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est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orden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so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spués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nda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epr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to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sol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h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sido</a:t>
            </a:r>
            <a:endParaRPr sz="1200">
              <a:latin typeface="Times New Roman"/>
              <a:cs typeface="Times New Roman"/>
            </a:endParaRPr>
          </a:p>
          <a:p>
            <a:pPr marL="241300" marR="13586">
              <a:lnSpc>
                <a:spcPct val="95825"/>
              </a:lnSpc>
              <a:spcBef>
                <a:spcPts val="714"/>
              </a:spcBef>
            </a:pPr>
            <a:r>
              <a:rPr dirty="0" smtClean="0" sz="1200" spc="0">
                <a:latin typeface="Times New Roman"/>
                <a:cs typeface="Times New Roman"/>
              </a:rPr>
              <a:t>presen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ad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;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post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rio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ente,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eda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vo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sobre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63600" y="1085215"/>
            <a:ext cx="600837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863600" y="1224915"/>
            <a:ext cx="6008370" cy="0"/>
          </a:xfrm>
          <a:custGeom>
            <a:avLst/>
            <a:gdLst/>
            <a:ahLst/>
            <a:cxnLst/>
            <a:rect l="l" t="t" r="r" b="b"/>
            <a:pathLst>
              <a:path w="6008370" h="0">
                <a:moveTo>
                  <a:pt x="0" y="0"/>
                </a:moveTo>
                <a:lnTo>
                  <a:pt x="600837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615432" y="437490"/>
            <a:ext cx="1261333" cy="508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985"/>
              </a:lnSpc>
              <a:spcBef>
                <a:spcPts val="199"/>
              </a:spcBef>
            </a:pPr>
            <a:r>
              <a:rPr dirty="0" smtClean="0" sz="3800" b="1" i="1">
                <a:latin typeface="Arial"/>
                <a:cs typeface="Arial"/>
              </a:rPr>
              <a:t>ctJn</a:t>
            </a:r>
            <a:r>
              <a:rPr dirty="0" smtClean="0" sz="3800" spc="-869" b="1" i="1">
                <a:latin typeface="Arial"/>
                <a:cs typeface="Arial"/>
              </a:rPr>
              <a:t>u</a:t>
            </a:r>
            <a:r>
              <a:rPr dirty="0" smtClean="0" sz="3800" spc="0" b="1" i="1">
                <a:solidFill>
                  <a:srgbClr val="66A0C3"/>
                </a:solidFill>
                <a:latin typeface="Arial"/>
                <a:cs typeface="Arial"/>
              </a:rPr>
              <a:t>e</a:t>
            </a:r>
            <a:endParaRPr sz="3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49905" y="588449"/>
            <a:ext cx="1673225" cy="5089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530"/>
              </a:lnSpc>
              <a:spcBef>
                <a:spcPts val="76"/>
              </a:spcBef>
            </a:pPr>
            <a:r>
              <a:rPr dirty="0" smtClean="0" sz="1400" spc="0" b="1">
                <a:latin typeface="Times New Roman"/>
                <a:cs typeface="Times New Roman"/>
              </a:rPr>
              <a:t>CHR</a:t>
            </a:r>
            <a:r>
              <a:rPr dirty="0" smtClean="0" sz="1400" spc="-4" b="1">
                <a:latin typeface="Times New Roman"/>
                <a:cs typeface="Times New Roman"/>
              </a:rPr>
              <a:t>I</a:t>
            </a:r>
            <a:r>
              <a:rPr dirty="0" smtClean="0" sz="1400" spc="0" b="1">
                <a:latin typeface="Times New Roman"/>
                <a:cs typeface="Times New Roman"/>
              </a:rPr>
              <a:t>STA</a:t>
            </a:r>
            <a:r>
              <a:rPr dirty="0" smtClean="0" sz="1400" spc="-4" b="1">
                <a:latin typeface="Times New Roman"/>
                <a:cs typeface="Times New Roman"/>
              </a:rPr>
              <a:t>M</a:t>
            </a:r>
            <a:r>
              <a:rPr dirty="0" smtClean="0" sz="1400" spc="0" b="1">
                <a:latin typeface="Times New Roman"/>
                <a:cs typeface="Times New Roman"/>
              </a:rPr>
              <a:t>UN</a:t>
            </a:r>
            <a:r>
              <a:rPr dirty="0" smtClean="0" sz="1400" spc="9" b="1">
                <a:latin typeface="Times New Roman"/>
                <a:cs typeface="Times New Roman"/>
              </a:rPr>
              <a:t> </a:t>
            </a:r>
            <a:r>
              <a:rPr dirty="0" smtClean="0" sz="1400" spc="0" b="1">
                <a:latin typeface="Times New Roman"/>
                <a:cs typeface="Times New Roman"/>
              </a:rPr>
              <a:t>2026</a:t>
            </a:r>
            <a:endParaRPr sz="1400">
              <a:latin typeface="Times New Roman"/>
              <a:cs typeface="Times New Roman"/>
            </a:endParaRPr>
          </a:p>
          <a:p>
            <a:pPr marL="92686" marR="107025" algn="ctr">
              <a:lnSpc>
                <a:spcPct val="101725"/>
              </a:lnSpc>
              <a:spcBef>
                <a:spcPts val="858"/>
              </a:spcBef>
            </a:pP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T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r</a:t>
            </a:r>
            <a:r>
              <a:rPr dirty="0" smtClean="0" sz="1200" spc="4">
                <a:solidFill>
                  <a:srgbClr val="313D4F"/>
                </a:solidFill>
                <a:latin typeface="Calibri"/>
                <a:cs typeface="Calibri"/>
              </a:rPr>
              <a:t>i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nid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a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d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-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B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eni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-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B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o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li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v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ia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83428" y="885674"/>
            <a:ext cx="1249693" cy="1020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dirty="0" smtClean="0" sz="600" i="1">
                <a:solidFill>
                  <a:srgbClr val="66A0C3"/>
                </a:solidFill>
                <a:latin typeface="Arial"/>
                <a:cs typeface="Arial"/>
              </a:rPr>
              <a:t>C</a:t>
            </a:r>
            <a:r>
              <a:rPr dirty="0" smtClean="0" sz="600" i="1">
                <a:solidFill>
                  <a:srgbClr val="7CACCD"/>
                </a:solidFill>
                <a:latin typeface="Arial"/>
                <a:cs typeface="Arial"/>
              </a:rPr>
              <a:t>enlr</a:t>
            </a:r>
            <a:r>
              <a:rPr dirty="0" smtClean="0" sz="600" spc="14" i="1">
                <a:solidFill>
                  <a:srgbClr val="66A0C3"/>
                </a:solidFill>
                <a:latin typeface="Arial"/>
                <a:cs typeface="Arial"/>
              </a:rPr>
              <a:t>o</a:t>
            </a:r>
            <a:r>
              <a:rPr dirty="0" smtClean="0" sz="600" spc="0" i="1">
                <a:solidFill>
                  <a:srgbClr val="66A0C3"/>
                </a:solidFill>
                <a:latin typeface="Times New Roman"/>
                <a:cs typeface="Times New Roman"/>
              </a:rPr>
              <a:t>de</a:t>
            </a:r>
            <a:r>
              <a:rPr dirty="0" smtClean="0" sz="600" spc="-84" i="1">
                <a:solidFill>
                  <a:srgbClr val="66A0C3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Inform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ció</a:t>
            </a:r>
            <a:r>
              <a:rPr dirty="0" smtClean="0" sz="600" spc="-18" i="1">
                <a:solidFill>
                  <a:srgbClr val="7CACCD"/>
                </a:solidFill>
                <a:latin typeface="Arial"/>
                <a:cs typeface="Arial"/>
              </a:rPr>
              <a:t>n</a:t>
            </a:r>
            <a:r>
              <a:rPr dirty="0" smtClean="0" sz="600" spc="0" i="1">
                <a:solidFill>
                  <a:srgbClr val="66A0C3"/>
                </a:solidFill>
                <a:latin typeface="Times New Roman"/>
                <a:cs typeface="Times New Roman"/>
              </a:rPr>
              <a:t>de</a:t>
            </a:r>
            <a:r>
              <a:rPr dirty="0" smtClean="0" sz="600" spc="7" i="1">
                <a:solidFill>
                  <a:srgbClr val="66A0C3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N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cione</a:t>
            </a:r>
            <a:r>
              <a:rPr dirty="0" smtClean="0" sz="600" spc="25" i="1">
                <a:solidFill>
                  <a:srgbClr val="7CACCD"/>
                </a:solidFill>
                <a:latin typeface="Arial"/>
                <a:cs typeface="Arial"/>
              </a:rPr>
              <a:t>s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Un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ida</a:t>
            </a:r>
            <a:r>
              <a:rPr dirty="0" smtClean="0" sz="600" spc="-29" i="1">
                <a:solidFill>
                  <a:srgbClr val="7CACCD"/>
                </a:solidFill>
                <a:latin typeface="Arial"/>
                <a:cs typeface="Arial"/>
              </a:rPr>
              <a:t>s</a:t>
            </a:r>
            <a:r>
              <a:rPr dirty="0" smtClean="0" sz="600" spc="0" i="1">
                <a:solidFill>
                  <a:srgbClr val="2F85BA"/>
                </a:solidFill>
                <a:latin typeface="Arial"/>
                <a:cs typeface="Arial"/>
              </a:rPr>
              <a:t>B</a:t>
            </a:r>
            <a:r>
              <a:rPr dirty="0" smtClean="0" sz="600" spc="0" i="1">
                <a:solidFill>
                  <a:srgbClr val="508CB3"/>
                </a:solidFill>
                <a:latin typeface="Arial"/>
                <a:cs typeface="Arial"/>
              </a:rPr>
              <a:t>o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li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vi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8047" y="1241601"/>
            <a:ext cx="5989752" cy="43856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41300" marR="11494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donde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14">
                <a:latin typeface="Times New Roman"/>
                <a:cs typeface="Times New Roman"/>
              </a:rPr>
              <a:t>a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ía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le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saria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para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pasar.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apru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ba,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antepr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  <a:p>
            <a:pPr marL="241300" marR="214582">
              <a:lnSpc>
                <a:spcPts val="1379"/>
              </a:lnSpc>
              <a:spcBef>
                <a:spcPts val="614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soluc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nda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será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fu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orden,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podrá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fer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214582">
              <a:lnSpc>
                <a:spcPts val="1379"/>
              </a:lnSpc>
              <a:spcBef>
                <a:spcPts val="688"/>
              </a:spcBef>
            </a:pP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b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resto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eb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e.</a:t>
            </a:r>
            <a:endParaRPr sz="1200">
              <a:latin typeface="Times New Roman"/>
              <a:cs typeface="Times New Roman"/>
            </a:endParaRPr>
          </a:p>
          <a:p>
            <a:pPr algn="ctr">
              <a:lnSpc>
                <a:spcPct val="95825"/>
              </a:lnSpc>
              <a:spcBef>
                <a:spcPts val="718"/>
              </a:spcBef>
            </a:pPr>
            <a:r>
              <a:rPr dirty="0" smtClean="0" sz="1200" spc="4">
                <a:latin typeface="Arial"/>
                <a:cs typeface="Arial"/>
              </a:rPr>
              <a:t>18</a:t>
            </a:r>
            <a:r>
              <a:rPr dirty="0" smtClean="0" sz="1200" spc="0">
                <a:latin typeface="Arial"/>
                <a:cs typeface="Arial"/>
              </a:rPr>
              <a:t>.</a:t>
            </a:r>
            <a:r>
              <a:rPr dirty="0" smtClean="0" sz="1200" spc="-204">
                <a:latin typeface="Arial"/>
                <a:cs typeface="Arial"/>
              </a:rPr>
              <a:t> </a:t>
            </a:r>
            <a:r>
              <a:rPr dirty="0" smtClean="0" sz="1200" spc="-4" b="1">
                <a:latin typeface="Times New Roman"/>
                <a:cs typeface="Times New Roman"/>
              </a:rPr>
              <a:t>V</a:t>
            </a:r>
            <a:r>
              <a:rPr dirty="0" smtClean="0" sz="1200" spc="0" b="1">
                <a:latin typeface="Times New Roman"/>
                <a:cs typeface="Times New Roman"/>
              </a:rPr>
              <a:t>otac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ón:</a:t>
            </a:r>
            <a:r>
              <a:rPr dirty="0" smtClean="0" sz="1200" spc="-14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na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nes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ho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to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def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o: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“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bros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presen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vo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ando</a:t>
            </a:r>
            <a:r>
              <a:rPr dirty="0" smtClean="0" sz="1200" spc="-4">
                <a:latin typeface="Times New Roman"/>
                <a:cs typeface="Times New Roman"/>
              </a:rPr>
              <a:t>”</a:t>
            </a:r>
            <a:r>
              <a:rPr dirty="0" smtClean="0" sz="1200" spc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241300" marR="252987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Los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bros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abst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vo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cu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á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252987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m</a:t>
            </a:r>
            <a:r>
              <a:rPr dirty="0" smtClean="0" sz="1200" spc="14">
                <a:latin typeface="Times New Roman"/>
                <a:cs typeface="Times New Roman"/>
              </a:rPr>
              <a:t>a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oría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ad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ás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bros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presen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vo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ando.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ones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252987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proc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vo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ev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as.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g</a:t>
            </a:r>
            <a:r>
              <a:rPr dirty="0" smtClean="0" sz="1200" spc="0">
                <a:latin typeface="Times New Roman"/>
                <a:cs typeface="Times New Roman"/>
              </a:rPr>
              <a:t>ad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ob</a:t>
            </a:r>
            <a:r>
              <a:rPr dirty="0" smtClean="0" sz="1200" spc="4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erv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ores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252987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der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cho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vo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o.</a:t>
            </a:r>
            <a:endParaRPr sz="1200">
              <a:latin typeface="Times New Roman"/>
              <a:cs typeface="Times New Roman"/>
            </a:endParaRPr>
          </a:p>
          <a:p>
            <a:pPr marL="241300" marR="33531" indent="-228600">
              <a:lnSpc>
                <a:spcPts val="1393"/>
              </a:lnSpc>
              <a:spcBef>
                <a:spcPts val="719"/>
              </a:spcBef>
            </a:pPr>
            <a:r>
              <a:rPr dirty="0" smtClean="0" sz="1200" spc="4">
                <a:latin typeface="Arial"/>
                <a:cs typeface="Arial"/>
              </a:rPr>
              <a:t>19</a:t>
            </a:r>
            <a:r>
              <a:rPr dirty="0" smtClean="0" sz="1200" spc="0">
                <a:latin typeface="Arial"/>
                <a:cs typeface="Arial"/>
              </a:rPr>
              <a:t>.</a:t>
            </a:r>
            <a:r>
              <a:rPr dirty="0" smtClean="0" sz="1200" spc="-204">
                <a:latin typeface="Arial"/>
                <a:cs typeface="Arial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Cer</a:t>
            </a:r>
            <a:r>
              <a:rPr dirty="0" smtClean="0" sz="1200" spc="-4" b="1">
                <a:latin typeface="Times New Roman"/>
                <a:cs typeface="Times New Roman"/>
              </a:rPr>
              <a:t>r</a:t>
            </a:r>
            <a:r>
              <a:rPr dirty="0" smtClean="0" sz="1200" spc="0" b="1">
                <a:latin typeface="Times New Roman"/>
                <a:cs typeface="Times New Roman"/>
              </a:rPr>
              <a:t>ar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debate:</a:t>
            </a:r>
            <a:r>
              <a:rPr dirty="0" smtClean="0" sz="1200" spc="-19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para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rrar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deb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,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ara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pasar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sigu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óp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co,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33531">
              <a:lnSpc>
                <a:spcPts val="1379"/>
              </a:lnSpc>
              <a:spcBef>
                <a:spcPts val="695"/>
              </a:spcBef>
            </a:pPr>
            <a:r>
              <a:rPr dirty="0" smtClean="0" sz="1200" spc="0">
                <a:latin typeface="Times New Roman"/>
                <a:cs typeface="Times New Roman"/>
              </a:rPr>
              <a:t>est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orden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solo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después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is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</a:t>
            </a:r>
            <a:r>
              <a:rPr dirty="0" smtClean="0" sz="1200" spc="14">
                <a:latin typeface="Times New Roman"/>
                <a:cs typeface="Times New Roman"/>
              </a:rPr>
              <a:t>a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epta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ha</a:t>
            </a:r>
            <a:r>
              <a:rPr dirty="0" smtClean="0" sz="1200" spc="-4">
                <a:latin typeface="Times New Roman"/>
                <a:cs typeface="Times New Roman"/>
              </a:rPr>
              <a:t>z</a:t>
            </a:r>
            <a:r>
              <a:rPr dirty="0" smtClean="0" sz="1200" spc="0">
                <a:latin typeface="Times New Roman"/>
                <a:cs typeface="Times New Roman"/>
              </a:rPr>
              <a:t>ado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soluc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33531">
              <a:lnSpc>
                <a:spcPts val="1379"/>
              </a:lnSpc>
              <a:spcBef>
                <a:spcPts val="688"/>
              </a:spcBef>
            </a:pPr>
            <a:r>
              <a:rPr dirty="0" smtClean="0" sz="1200" spc="0">
                <a:latin typeface="Times New Roman"/>
                <a:cs typeface="Times New Roman"/>
              </a:rPr>
              <a:t>sobre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ra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ar.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aso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solu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ha</a:t>
            </a:r>
            <a:r>
              <a:rPr dirty="0" smtClean="0" sz="1200" spc="4">
                <a:latin typeface="Times New Roman"/>
                <a:cs typeface="Times New Roman"/>
              </a:rPr>
              <a:t>z</a:t>
            </a:r>
            <a:r>
              <a:rPr dirty="0" smtClean="0" sz="1200" spc="0">
                <a:latin typeface="Times New Roman"/>
                <a:cs typeface="Times New Roman"/>
              </a:rPr>
              <a:t>ad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33531">
              <a:lnSpc>
                <a:spcPts val="1379"/>
              </a:lnSpc>
              <a:spcBef>
                <a:spcPts val="688"/>
              </a:spcBef>
            </a:pPr>
            <a:r>
              <a:rPr dirty="0" smtClean="0" sz="1200" spc="0">
                <a:latin typeface="Times New Roman"/>
                <a:cs typeface="Times New Roman"/>
              </a:rPr>
              <a:t>para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rrar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co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debe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undada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deb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b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noc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gado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para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33531">
              <a:lnSpc>
                <a:spcPts val="1379"/>
              </a:lnSpc>
              <a:spcBef>
                <a:spcPts val="688"/>
              </a:spcBef>
            </a:pPr>
            <a:r>
              <a:rPr dirty="0" smtClean="0" sz="1200" spc="0">
                <a:latin typeface="Times New Roman"/>
                <a:cs typeface="Times New Roman"/>
              </a:rPr>
              <a:t>hab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favor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tro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ra.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Para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apru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be,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requ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te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33531">
              <a:lnSpc>
                <a:spcPts val="1379"/>
              </a:lnSpc>
              <a:spcBef>
                <a:spcPts val="688"/>
              </a:spcBef>
            </a:pPr>
            <a:r>
              <a:rPr dirty="0" smtClean="0" sz="1200" spc="0">
                <a:latin typeface="Times New Roman"/>
                <a:cs typeface="Times New Roman"/>
              </a:rPr>
              <a:t>vo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los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ie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b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presen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es.</a:t>
            </a:r>
            <a:endParaRPr sz="1200">
              <a:latin typeface="Times New Roman"/>
              <a:cs typeface="Times New Roman"/>
            </a:endParaRPr>
          </a:p>
          <a:p>
            <a:pPr marL="241300" marR="48314" indent="-228600">
              <a:lnSpc>
                <a:spcPts val="1393"/>
              </a:lnSpc>
              <a:spcBef>
                <a:spcPts val="718"/>
              </a:spcBef>
            </a:pPr>
            <a:r>
              <a:rPr dirty="0" smtClean="0" sz="1200" spc="4">
                <a:latin typeface="Arial"/>
                <a:cs typeface="Arial"/>
              </a:rPr>
              <a:t>20</a:t>
            </a:r>
            <a:r>
              <a:rPr dirty="0" smtClean="0" sz="1200" spc="0">
                <a:latin typeface="Arial"/>
                <a:cs typeface="Arial"/>
              </a:rPr>
              <a:t>.</a:t>
            </a:r>
            <a:r>
              <a:rPr dirty="0" smtClean="0" sz="1200" spc="-204">
                <a:latin typeface="Arial"/>
                <a:cs typeface="Arial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Levantar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-4" b="1">
                <a:latin typeface="Times New Roman"/>
                <a:cs typeface="Times New Roman"/>
              </a:rPr>
              <a:t>l</a:t>
            </a:r>
            <a:r>
              <a:rPr dirty="0" smtClean="0" sz="1200" spc="0" b="1">
                <a:latin typeface="Times New Roman"/>
                <a:cs typeface="Times New Roman"/>
              </a:rPr>
              <a:t>a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sesi</a:t>
            </a:r>
            <a:r>
              <a:rPr dirty="0" smtClean="0" sz="1200" spc="-4" b="1">
                <a:latin typeface="Times New Roman"/>
                <a:cs typeface="Times New Roman"/>
              </a:rPr>
              <a:t>ó</a:t>
            </a:r>
            <a:r>
              <a:rPr dirty="0" smtClean="0" sz="1200" spc="0" b="1">
                <a:latin typeface="Times New Roman"/>
                <a:cs typeface="Times New Roman"/>
              </a:rPr>
              <a:t>n:</a:t>
            </a:r>
            <a:r>
              <a:rPr dirty="0" smtClean="0" sz="1200" spc="-14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pre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foro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este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ab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dele</a:t>
            </a:r>
            <a:r>
              <a:rPr dirty="0" smtClean="0" sz="1200" spc="9">
                <a:latin typeface="Times New Roman"/>
                <a:cs typeface="Times New Roman"/>
              </a:rPr>
              <a:t>g</a:t>
            </a:r>
            <a:r>
              <a:rPr dirty="0" smtClean="0" sz="1200" spc="0">
                <a:latin typeface="Times New Roman"/>
                <a:cs typeface="Times New Roman"/>
              </a:rPr>
              <a:t>ado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pu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propon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300" marR="48314">
              <a:lnSpc>
                <a:spcPts val="1379"/>
              </a:lnSpc>
              <a:spcBef>
                <a:spcPts val="694"/>
              </a:spcBef>
            </a:pP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van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sesi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licab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so</a:t>
            </a:r>
            <a:r>
              <a:rPr dirty="0" smtClean="0" sz="1200" spc="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ara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suspensi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nes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v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endParaRPr sz="1200">
              <a:latin typeface="Times New Roman"/>
              <a:cs typeface="Times New Roman"/>
            </a:endParaRPr>
          </a:p>
          <a:p>
            <a:pPr marL="241300" marR="11494">
              <a:lnSpc>
                <a:spcPct val="95825"/>
              </a:lnSpc>
              <a:spcBef>
                <a:spcPts val="712"/>
              </a:spcBef>
            </a:pPr>
            <a:r>
              <a:rPr dirty="0" smtClean="0" sz="1200" spc="0">
                <a:latin typeface="Times New Roman"/>
                <a:cs typeface="Times New Roman"/>
              </a:rPr>
              <a:t>segundo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dí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rrar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sesi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úni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ap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b</a:t>
            </a:r>
            <a:r>
              <a:rPr dirty="0" smtClean="0" sz="1200" spc="0">
                <a:latin typeface="Times New Roman"/>
                <a:cs typeface="Times New Roman"/>
              </a:rPr>
              <a:t>le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ú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tima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sesi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8047" y="5825310"/>
            <a:ext cx="231140" cy="54813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6.</a:t>
            </a:r>
            <a:endParaRPr sz="1800">
              <a:latin typeface="Times New Roman"/>
              <a:cs typeface="Times New Roman"/>
            </a:endParaRPr>
          </a:p>
          <a:p>
            <a:pPr marL="12700" marR="34290">
              <a:lnSpc>
                <a:spcPct val="95825"/>
              </a:lnSpc>
              <a:spcBef>
                <a:spcPts val="828"/>
              </a:spcBef>
            </a:pPr>
            <a:r>
              <a:rPr dirty="0" smtClean="0" sz="1200" spc="4">
                <a:latin typeface="Arial"/>
                <a:cs typeface="Arial"/>
              </a:rPr>
              <a:t>1.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6647" y="5825310"/>
            <a:ext cx="5764045" cy="317827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13586">
              <a:lnSpc>
                <a:spcPts val="1939"/>
              </a:lnSpc>
              <a:spcBef>
                <a:spcPts val="97"/>
              </a:spcBef>
            </a:pP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PUNTOS</a:t>
            </a: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 </a:t>
            </a: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PARA</a:t>
            </a: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 </a:t>
            </a: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EL</a:t>
            </a: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 </a:t>
            </a: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DESARROLLO</a:t>
            </a: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 </a:t>
            </a: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DEL</a:t>
            </a:r>
            <a:r>
              <a:rPr dirty="0" smtClean="0" sz="1800" spc="-4" b="1">
                <a:solidFill>
                  <a:srgbClr val="D3AE5F"/>
                </a:solidFill>
                <a:latin typeface="Times New Roman"/>
                <a:cs typeface="Times New Roman"/>
              </a:rPr>
              <a:t> </a:t>
            </a: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FORO: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1392"/>
              </a:lnSpc>
              <a:spcBef>
                <a:spcPts val="833"/>
              </a:spcBef>
            </a:pPr>
            <a:r>
              <a:rPr dirty="0" smtClean="0" sz="1200" spc="0" b="1">
                <a:latin typeface="Times New Roman"/>
                <a:cs typeface="Times New Roman"/>
              </a:rPr>
              <a:t>Punto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4" b="1">
                <a:latin typeface="Times New Roman"/>
                <a:cs typeface="Times New Roman"/>
              </a:rPr>
              <a:t>d</a:t>
            </a:r>
            <a:r>
              <a:rPr dirty="0" smtClean="0" sz="1200" spc="0" b="1">
                <a:latin typeface="Times New Roman"/>
                <a:cs typeface="Times New Roman"/>
              </a:rPr>
              <a:t>e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pr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v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l</a:t>
            </a:r>
            <a:r>
              <a:rPr dirty="0" smtClean="0" sz="1200" spc="-4" b="1">
                <a:latin typeface="Times New Roman"/>
                <a:cs typeface="Times New Roman"/>
              </a:rPr>
              <a:t>e</a:t>
            </a:r>
            <a:r>
              <a:rPr dirty="0" smtClean="0" sz="1200" spc="0" b="1">
                <a:latin typeface="Times New Roman"/>
                <a:cs typeface="Times New Roman"/>
              </a:rPr>
              <a:t>g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o</a:t>
            </a:r>
            <a:r>
              <a:rPr dirty="0" smtClean="0" sz="1200" spc="9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personal:</a:t>
            </a:r>
            <a:r>
              <a:rPr dirty="0" smtClean="0" sz="1200" spc="-14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Cuando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gado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x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eri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g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dad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696"/>
              </a:spcBef>
            </a:pP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ta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ba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(qu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j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sobre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ru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dos,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inc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da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es,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m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9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persona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es,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c.),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iliz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pun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para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sol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cit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queja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sea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corr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da.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Debe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z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14">
                <a:latin typeface="Times New Roman"/>
                <a:cs typeface="Times New Roman"/>
              </a:rPr>
              <a:t>a</a:t>
            </a:r>
            <a:r>
              <a:rPr dirty="0" smtClean="0" sz="1200" spc="-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discr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vés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pe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ón.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aso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é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spo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endo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gun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foro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después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discurso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</a:t>
            </a:r>
            <a:r>
              <a:rPr dirty="0" smtClean="0" sz="1200" spc="14">
                <a:latin typeface="Times New Roman"/>
                <a:cs typeface="Times New Roman"/>
              </a:rPr>
              <a:t>a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end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to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ali</a:t>
            </a:r>
            <a:r>
              <a:rPr dirty="0" smtClean="0" sz="1200" spc="-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ad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g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gun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pu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uso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9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pun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para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pregun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92"/>
              </a:lnSpc>
              <a:spcBef>
                <a:spcPts val="689"/>
              </a:spcBef>
            </a:pPr>
            <a:r>
              <a:rPr dirty="0" smtClean="0" sz="1200" spc="0" b="1">
                <a:latin typeface="Times New Roman"/>
                <a:cs typeface="Times New Roman"/>
              </a:rPr>
              <a:t>Punto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4" b="1">
                <a:latin typeface="Times New Roman"/>
                <a:cs typeface="Times New Roman"/>
              </a:rPr>
              <a:t>d</a:t>
            </a:r>
            <a:r>
              <a:rPr dirty="0" smtClean="0" sz="1200" spc="0" b="1">
                <a:latin typeface="Times New Roman"/>
                <a:cs typeface="Times New Roman"/>
              </a:rPr>
              <a:t>e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o</a:t>
            </a:r>
            <a:r>
              <a:rPr dirty="0" smtClean="0" sz="1200" spc="-4" b="1">
                <a:latin typeface="Times New Roman"/>
                <a:cs typeface="Times New Roman"/>
              </a:rPr>
              <a:t>r</a:t>
            </a:r>
            <a:r>
              <a:rPr dirty="0" smtClean="0" sz="1200" spc="0" b="1">
                <a:latin typeface="Times New Roman"/>
                <a:cs typeface="Times New Roman"/>
              </a:rPr>
              <a:t>den:</a:t>
            </a:r>
            <a:r>
              <a:rPr dirty="0" smtClean="0" sz="1200" spc="-14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pue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uso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ste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pun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para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seña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69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proc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stá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sigu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endo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corr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uerdo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9">
                <a:latin typeface="Times New Roman"/>
                <a:cs typeface="Times New Roman"/>
              </a:rPr>
              <a:t>b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por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ste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proto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punto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ord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puede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rr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orador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esa,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sólo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pu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z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cu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ie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esté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endo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uso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abr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pun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z</a:t>
            </a:r>
            <a:r>
              <a:rPr dirty="0" smtClean="0" sz="1200" spc="0">
                <a:latin typeface="Times New Roman"/>
                <a:cs typeface="Times New Roman"/>
              </a:rPr>
              <a:t>ado</a:t>
            </a:r>
            <a:endParaRPr sz="1200">
              <a:latin typeface="Times New Roman"/>
              <a:cs typeface="Times New Roman"/>
            </a:endParaRPr>
          </a:p>
          <a:p>
            <a:pPr marL="12700" marR="13586">
              <a:lnSpc>
                <a:spcPct val="95825"/>
              </a:lnSpc>
              <a:spcBef>
                <a:spcPts val="714"/>
              </a:spcBef>
            </a:pP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corr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ct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ep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das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asion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esa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ará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ada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8047" y="7774257"/>
            <a:ext cx="176072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4">
                <a:latin typeface="Arial"/>
                <a:cs typeface="Arial"/>
              </a:rPr>
              <a:t>2.</a:t>
            </a:r>
            <a:endParaRPr sz="12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63600" y="1085215"/>
            <a:ext cx="600837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863600" y="1224915"/>
            <a:ext cx="6008370" cy="0"/>
          </a:xfrm>
          <a:custGeom>
            <a:avLst/>
            <a:gdLst/>
            <a:ahLst/>
            <a:cxnLst/>
            <a:rect l="l" t="t" r="r" b="b"/>
            <a:pathLst>
              <a:path w="6008370" h="0">
                <a:moveTo>
                  <a:pt x="0" y="0"/>
                </a:moveTo>
                <a:lnTo>
                  <a:pt x="600837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615432" y="437490"/>
            <a:ext cx="1261333" cy="508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985"/>
              </a:lnSpc>
              <a:spcBef>
                <a:spcPts val="199"/>
              </a:spcBef>
            </a:pPr>
            <a:r>
              <a:rPr dirty="0" smtClean="0" sz="3800" b="1" i="1">
                <a:latin typeface="Arial"/>
                <a:cs typeface="Arial"/>
              </a:rPr>
              <a:t>ctJn</a:t>
            </a:r>
            <a:r>
              <a:rPr dirty="0" smtClean="0" sz="3800" spc="-869" b="1" i="1">
                <a:latin typeface="Arial"/>
                <a:cs typeface="Arial"/>
              </a:rPr>
              <a:t>u</a:t>
            </a:r>
            <a:r>
              <a:rPr dirty="0" smtClean="0" sz="3800" spc="0" b="1" i="1">
                <a:solidFill>
                  <a:srgbClr val="66A0C3"/>
                </a:solidFill>
                <a:latin typeface="Arial"/>
                <a:cs typeface="Arial"/>
              </a:rPr>
              <a:t>e</a:t>
            </a:r>
            <a:endParaRPr sz="3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49905" y="588449"/>
            <a:ext cx="1673225" cy="5089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530"/>
              </a:lnSpc>
              <a:spcBef>
                <a:spcPts val="76"/>
              </a:spcBef>
            </a:pPr>
            <a:r>
              <a:rPr dirty="0" smtClean="0" sz="1400" spc="0" b="1">
                <a:latin typeface="Times New Roman"/>
                <a:cs typeface="Times New Roman"/>
              </a:rPr>
              <a:t>CHR</a:t>
            </a:r>
            <a:r>
              <a:rPr dirty="0" smtClean="0" sz="1400" spc="-4" b="1">
                <a:latin typeface="Times New Roman"/>
                <a:cs typeface="Times New Roman"/>
              </a:rPr>
              <a:t>I</a:t>
            </a:r>
            <a:r>
              <a:rPr dirty="0" smtClean="0" sz="1400" spc="0" b="1">
                <a:latin typeface="Times New Roman"/>
                <a:cs typeface="Times New Roman"/>
              </a:rPr>
              <a:t>STA</a:t>
            </a:r>
            <a:r>
              <a:rPr dirty="0" smtClean="0" sz="1400" spc="-4" b="1">
                <a:latin typeface="Times New Roman"/>
                <a:cs typeface="Times New Roman"/>
              </a:rPr>
              <a:t>M</a:t>
            </a:r>
            <a:r>
              <a:rPr dirty="0" smtClean="0" sz="1400" spc="0" b="1">
                <a:latin typeface="Times New Roman"/>
                <a:cs typeface="Times New Roman"/>
              </a:rPr>
              <a:t>UN</a:t>
            </a:r>
            <a:r>
              <a:rPr dirty="0" smtClean="0" sz="1400" spc="9" b="1">
                <a:latin typeface="Times New Roman"/>
                <a:cs typeface="Times New Roman"/>
              </a:rPr>
              <a:t> </a:t>
            </a:r>
            <a:r>
              <a:rPr dirty="0" smtClean="0" sz="1400" spc="0" b="1">
                <a:latin typeface="Times New Roman"/>
                <a:cs typeface="Times New Roman"/>
              </a:rPr>
              <a:t>2026</a:t>
            </a:r>
            <a:endParaRPr sz="1400">
              <a:latin typeface="Times New Roman"/>
              <a:cs typeface="Times New Roman"/>
            </a:endParaRPr>
          </a:p>
          <a:p>
            <a:pPr marL="92686" marR="107025" algn="ctr">
              <a:lnSpc>
                <a:spcPct val="101725"/>
              </a:lnSpc>
              <a:spcBef>
                <a:spcPts val="858"/>
              </a:spcBef>
            </a:pP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T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r</a:t>
            </a:r>
            <a:r>
              <a:rPr dirty="0" smtClean="0" sz="1200" spc="4">
                <a:solidFill>
                  <a:srgbClr val="313D4F"/>
                </a:solidFill>
                <a:latin typeface="Calibri"/>
                <a:cs typeface="Calibri"/>
              </a:rPr>
              <a:t>i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nid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a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d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-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B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eni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-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B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o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li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v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ia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83428" y="885674"/>
            <a:ext cx="1249693" cy="1020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dirty="0" smtClean="0" sz="600" i="1">
                <a:solidFill>
                  <a:srgbClr val="66A0C3"/>
                </a:solidFill>
                <a:latin typeface="Arial"/>
                <a:cs typeface="Arial"/>
              </a:rPr>
              <a:t>C</a:t>
            </a:r>
            <a:r>
              <a:rPr dirty="0" smtClean="0" sz="600" i="1">
                <a:solidFill>
                  <a:srgbClr val="7CACCD"/>
                </a:solidFill>
                <a:latin typeface="Arial"/>
                <a:cs typeface="Arial"/>
              </a:rPr>
              <a:t>enlr</a:t>
            </a:r>
            <a:r>
              <a:rPr dirty="0" smtClean="0" sz="600" spc="14" i="1">
                <a:solidFill>
                  <a:srgbClr val="66A0C3"/>
                </a:solidFill>
                <a:latin typeface="Arial"/>
                <a:cs typeface="Arial"/>
              </a:rPr>
              <a:t>o</a:t>
            </a:r>
            <a:r>
              <a:rPr dirty="0" smtClean="0" sz="600" spc="0" i="1">
                <a:solidFill>
                  <a:srgbClr val="66A0C3"/>
                </a:solidFill>
                <a:latin typeface="Times New Roman"/>
                <a:cs typeface="Times New Roman"/>
              </a:rPr>
              <a:t>de</a:t>
            </a:r>
            <a:r>
              <a:rPr dirty="0" smtClean="0" sz="600" spc="-84" i="1">
                <a:solidFill>
                  <a:srgbClr val="66A0C3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Inform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ció</a:t>
            </a:r>
            <a:r>
              <a:rPr dirty="0" smtClean="0" sz="600" spc="-18" i="1">
                <a:solidFill>
                  <a:srgbClr val="7CACCD"/>
                </a:solidFill>
                <a:latin typeface="Arial"/>
                <a:cs typeface="Arial"/>
              </a:rPr>
              <a:t>n</a:t>
            </a:r>
            <a:r>
              <a:rPr dirty="0" smtClean="0" sz="600" spc="0" i="1">
                <a:solidFill>
                  <a:srgbClr val="66A0C3"/>
                </a:solidFill>
                <a:latin typeface="Times New Roman"/>
                <a:cs typeface="Times New Roman"/>
              </a:rPr>
              <a:t>de</a:t>
            </a:r>
            <a:r>
              <a:rPr dirty="0" smtClean="0" sz="600" spc="7" i="1">
                <a:solidFill>
                  <a:srgbClr val="66A0C3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N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cione</a:t>
            </a:r>
            <a:r>
              <a:rPr dirty="0" smtClean="0" sz="600" spc="25" i="1">
                <a:solidFill>
                  <a:srgbClr val="7CACCD"/>
                </a:solidFill>
                <a:latin typeface="Arial"/>
                <a:cs typeface="Arial"/>
              </a:rPr>
              <a:t>s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Un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ida</a:t>
            </a:r>
            <a:r>
              <a:rPr dirty="0" smtClean="0" sz="600" spc="-29" i="1">
                <a:solidFill>
                  <a:srgbClr val="7CACCD"/>
                </a:solidFill>
                <a:latin typeface="Arial"/>
                <a:cs typeface="Arial"/>
              </a:rPr>
              <a:t>s</a:t>
            </a:r>
            <a:r>
              <a:rPr dirty="0" smtClean="0" sz="600" spc="0" i="1">
                <a:solidFill>
                  <a:srgbClr val="2F85BA"/>
                </a:solidFill>
                <a:latin typeface="Arial"/>
                <a:cs typeface="Arial"/>
              </a:rPr>
              <a:t>B</a:t>
            </a:r>
            <a:r>
              <a:rPr dirty="0" smtClean="0" sz="600" spc="0" i="1">
                <a:solidFill>
                  <a:srgbClr val="508CB3"/>
                </a:solidFill>
                <a:latin typeface="Arial"/>
                <a:cs typeface="Arial"/>
              </a:rPr>
              <a:t>o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li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vi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16647" y="1241601"/>
            <a:ext cx="5770598" cy="70149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13586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te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pu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to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z</a:t>
            </a:r>
            <a:r>
              <a:rPr dirty="0" smtClean="0" sz="1200" spc="0">
                <a:latin typeface="Times New Roman"/>
                <a:cs typeface="Times New Roman"/>
              </a:rPr>
              <a:t>ado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rre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esa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verá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ob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g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rreg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endParaRPr sz="1200">
              <a:latin typeface="Times New Roman"/>
              <a:cs typeface="Times New Roman"/>
            </a:endParaRPr>
          </a:p>
          <a:p>
            <a:pPr marL="12700" marR="181356">
              <a:lnSpc>
                <a:spcPts val="1379"/>
              </a:lnSpc>
              <a:spcBef>
                <a:spcPts val="614"/>
              </a:spcBef>
            </a:pPr>
            <a:r>
              <a:rPr dirty="0" smtClean="0" sz="1200" spc="0">
                <a:latin typeface="Times New Roman"/>
                <a:cs typeface="Times New Roman"/>
              </a:rPr>
              <a:t>error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ta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zó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ro,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fi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ando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odos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181356">
              <a:lnSpc>
                <a:spcPts val="1379"/>
              </a:lnSpc>
              <a:spcBef>
                <a:spcPts val="688"/>
              </a:spcBef>
            </a:pPr>
            <a:r>
              <a:rPr dirty="0" smtClean="0" sz="1200" spc="0">
                <a:latin typeface="Times New Roman"/>
                <a:cs typeface="Times New Roman"/>
              </a:rPr>
              <a:t>presen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es.</a:t>
            </a:r>
            <a:endParaRPr sz="1200">
              <a:latin typeface="Times New Roman"/>
              <a:cs typeface="Times New Roman"/>
            </a:endParaRPr>
          </a:p>
          <a:p>
            <a:pPr marL="12700" marR="55473">
              <a:lnSpc>
                <a:spcPts val="1392"/>
              </a:lnSpc>
              <a:spcBef>
                <a:spcPts val="723"/>
              </a:spcBef>
            </a:pPr>
            <a:r>
              <a:rPr dirty="0" smtClean="0" sz="1200" spc="0" b="1">
                <a:latin typeface="Times New Roman"/>
                <a:cs typeface="Times New Roman"/>
              </a:rPr>
              <a:t>Punto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4" b="1">
                <a:latin typeface="Times New Roman"/>
                <a:cs typeface="Times New Roman"/>
              </a:rPr>
              <a:t>d</a:t>
            </a:r>
            <a:r>
              <a:rPr dirty="0" smtClean="0" sz="1200" spc="0" b="1">
                <a:latin typeface="Times New Roman"/>
                <a:cs typeface="Times New Roman"/>
              </a:rPr>
              <a:t>e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-4" b="1">
                <a:latin typeface="Times New Roman"/>
                <a:cs typeface="Times New Roman"/>
              </a:rPr>
              <a:t>c</a:t>
            </a:r>
            <a:r>
              <a:rPr dirty="0" smtClean="0" sz="1200" spc="-9" b="1">
                <a:latin typeface="Times New Roman"/>
                <a:cs typeface="Times New Roman"/>
              </a:rPr>
              <a:t>o</a:t>
            </a:r>
            <a:r>
              <a:rPr dirty="0" smtClean="0" sz="1200" spc="19" b="1">
                <a:latin typeface="Times New Roman"/>
                <a:cs typeface="Times New Roman"/>
              </a:rPr>
              <a:t>m</a:t>
            </a:r>
            <a:r>
              <a:rPr dirty="0" smtClean="0" sz="1200" spc="0" b="1">
                <a:latin typeface="Times New Roman"/>
                <a:cs typeface="Times New Roman"/>
              </a:rPr>
              <a:t>pete</a:t>
            </a:r>
            <a:r>
              <a:rPr dirty="0" smtClean="0" sz="1200" spc="-9" b="1">
                <a:latin typeface="Times New Roman"/>
                <a:cs typeface="Times New Roman"/>
              </a:rPr>
              <a:t>n</a:t>
            </a:r>
            <a:r>
              <a:rPr dirty="0" smtClean="0" sz="1200" spc="0" b="1">
                <a:latin typeface="Times New Roman"/>
                <a:cs typeface="Times New Roman"/>
              </a:rPr>
              <a:t>c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a:</a:t>
            </a:r>
            <a:r>
              <a:rPr dirty="0" smtClean="0" sz="1200" spc="-19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pun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pod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iliz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g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so</a:t>
            </a:r>
            <a:r>
              <a:rPr dirty="0" smtClean="0" sz="1200" spc="4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: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55473">
              <a:lnSpc>
                <a:spcPts val="1379"/>
              </a:lnSpc>
              <a:spcBef>
                <a:spcPts val="69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orador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ga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uso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inform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erró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,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cu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g</a:t>
            </a:r>
            <a:r>
              <a:rPr dirty="0" smtClean="0" sz="1200" spc="0">
                <a:latin typeface="Times New Roman"/>
                <a:cs typeface="Times New Roman"/>
              </a:rPr>
              <a:t>ad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gan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co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55473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nego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íf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cu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g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enc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forma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ó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(se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esví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55473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a).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esa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eb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z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este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14">
                <a:latin typeface="Times New Roman"/>
                <a:cs typeface="Times New Roman"/>
              </a:rPr>
              <a:t>a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uda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lo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teó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55473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ió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a.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caso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este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pun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probado,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oc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derá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55473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nf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r.</a:t>
            </a:r>
            <a:endParaRPr sz="1200">
              <a:latin typeface="Times New Roman"/>
              <a:cs typeface="Times New Roman"/>
            </a:endParaRPr>
          </a:p>
          <a:p>
            <a:pPr marL="12700" marR="24930">
              <a:lnSpc>
                <a:spcPts val="1392"/>
              </a:lnSpc>
              <a:spcBef>
                <a:spcPts val="724"/>
              </a:spcBef>
            </a:pPr>
            <a:r>
              <a:rPr dirty="0" smtClean="0" sz="1200" spc="0" b="1">
                <a:latin typeface="Times New Roman"/>
                <a:cs typeface="Times New Roman"/>
              </a:rPr>
              <a:t>Punto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4" b="1">
                <a:latin typeface="Times New Roman"/>
                <a:cs typeface="Times New Roman"/>
              </a:rPr>
              <a:t>d</a:t>
            </a:r>
            <a:r>
              <a:rPr dirty="0" smtClean="0" sz="1200" spc="0" b="1">
                <a:latin typeface="Times New Roman"/>
                <a:cs typeface="Times New Roman"/>
              </a:rPr>
              <a:t>e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n</a:t>
            </a:r>
            <a:r>
              <a:rPr dirty="0" smtClean="0" sz="1200" spc="9" b="1">
                <a:latin typeface="Times New Roman"/>
                <a:cs typeface="Times New Roman"/>
              </a:rPr>
              <a:t>f</a:t>
            </a:r>
            <a:r>
              <a:rPr dirty="0" smtClean="0" sz="1200" spc="0" b="1">
                <a:latin typeface="Times New Roman"/>
                <a:cs typeface="Times New Roman"/>
              </a:rPr>
              <a:t>o</a:t>
            </a:r>
            <a:r>
              <a:rPr dirty="0" smtClean="0" sz="1200" spc="-14" b="1">
                <a:latin typeface="Times New Roman"/>
                <a:cs typeface="Times New Roman"/>
              </a:rPr>
              <a:t>r</a:t>
            </a:r>
            <a:r>
              <a:rPr dirty="0" smtClean="0" sz="1200" spc="9" b="1">
                <a:latin typeface="Times New Roman"/>
                <a:cs typeface="Times New Roman"/>
              </a:rPr>
              <a:t>m</a:t>
            </a:r>
            <a:r>
              <a:rPr dirty="0" smtClean="0" sz="1200" spc="0" b="1">
                <a:latin typeface="Times New Roman"/>
                <a:cs typeface="Times New Roman"/>
              </a:rPr>
              <a:t>ac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ón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4" b="1">
                <a:latin typeface="Times New Roman"/>
                <a:cs typeface="Times New Roman"/>
              </a:rPr>
              <a:t>p</a:t>
            </a:r>
            <a:r>
              <a:rPr dirty="0" smtClean="0" sz="1200" spc="0" b="1">
                <a:latin typeface="Times New Roman"/>
                <a:cs typeface="Times New Roman"/>
              </a:rPr>
              <a:t>ar</a:t>
            </a:r>
            <a:r>
              <a:rPr dirty="0" smtClean="0" sz="1200" spc="-4" b="1">
                <a:latin typeface="Times New Roman"/>
                <a:cs typeface="Times New Roman"/>
              </a:rPr>
              <a:t>l</a:t>
            </a:r>
            <a:r>
              <a:rPr dirty="0" smtClean="0" sz="1200" spc="-9" b="1">
                <a:latin typeface="Times New Roman"/>
                <a:cs typeface="Times New Roman"/>
              </a:rPr>
              <a:t>a</a:t>
            </a:r>
            <a:r>
              <a:rPr dirty="0" smtClean="0" sz="1200" spc="19" b="1">
                <a:latin typeface="Times New Roman"/>
                <a:cs typeface="Times New Roman"/>
              </a:rPr>
              <a:t>m</a:t>
            </a:r>
            <a:r>
              <a:rPr dirty="0" smtClean="0" sz="1200" spc="0" b="1">
                <a:latin typeface="Times New Roman"/>
                <a:cs typeface="Times New Roman"/>
              </a:rPr>
              <a:t>entar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a:</a:t>
            </a:r>
            <a:r>
              <a:rPr dirty="0" smtClean="0" sz="1200" spc="-25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Mien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foro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é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ab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gado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puede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24930">
              <a:lnSpc>
                <a:spcPts val="1379"/>
              </a:lnSpc>
              <a:spcBef>
                <a:spcPts val="692"/>
              </a:spcBef>
            </a:pPr>
            <a:r>
              <a:rPr dirty="0" smtClean="0" sz="1200" spc="0">
                <a:latin typeface="Times New Roman"/>
                <a:cs typeface="Times New Roman"/>
              </a:rPr>
              <a:t>ha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uso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pun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nfo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ria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ara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ha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gun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esa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rca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24930">
              <a:lnSpc>
                <a:spcPts val="1379"/>
              </a:lnSpc>
              <a:spcBef>
                <a:spcPts val="685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proc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to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be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segu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proc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stá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llev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9">
                <a:latin typeface="Times New Roman"/>
                <a:cs typeface="Times New Roman"/>
              </a:rPr>
              <a:t>b</a:t>
            </a:r>
            <a:r>
              <a:rPr dirty="0" smtClean="0" sz="1200" spc="0">
                <a:latin typeface="Times New Roman"/>
                <a:cs typeface="Times New Roman"/>
              </a:rPr>
              <a:t>o.</a:t>
            </a:r>
            <a:endParaRPr sz="1200">
              <a:latin typeface="Times New Roman"/>
              <a:cs typeface="Times New Roman"/>
            </a:endParaRPr>
          </a:p>
          <a:p>
            <a:pPr marL="12700" marR="153619">
              <a:lnSpc>
                <a:spcPts val="1379"/>
              </a:lnSpc>
              <a:spcBef>
                <a:spcPts val="715"/>
              </a:spcBef>
            </a:pPr>
            <a:r>
              <a:rPr dirty="0" smtClean="0" sz="1200" spc="0">
                <a:latin typeface="Times New Roman"/>
                <a:cs typeface="Times New Roman"/>
              </a:rPr>
              <a:t>Ta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b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én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pu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lizado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4">
                <a:latin typeface="Times New Roman"/>
                <a:cs typeface="Times New Roman"/>
              </a:rPr>
              <a:t>b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ner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fo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esen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ial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sobre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153619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cu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pun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debe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err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orador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fe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4">
                <a:latin typeface="Times New Roman"/>
                <a:cs typeface="Times New Roman"/>
              </a:rPr>
              <a:t>b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stablec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153619">
              <a:lnSpc>
                <a:spcPts val="1379"/>
              </a:lnSpc>
              <a:spcBef>
                <a:spcPts val="689"/>
              </a:spcBef>
            </a:pPr>
            <a:r>
              <a:rPr dirty="0" smtClean="0" sz="1200" spc="-4">
                <a:latin typeface="Times New Roman"/>
                <a:cs typeface="Times New Roman"/>
              </a:rPr>
              <a:t>me</a:t>
            </a:r>
            <a:r>
              <a:rPr dirty="0" smtClean="0" sz="1200" spc="0">
                <a:latin typeface="Times New Roman"/>
                <a:cs typeface="Times New Roman"/>
              </a:rPr>
              <a:t>di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pap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ón.</a:t>
            </a:r>
            <a:endParaRPr sz="1200">
              <a:latin typeface="Times New Roman"/>
              <a:cs typeface="Times New Roman"/>
            </a:endParaRPr>
          </a:p>
          <a:p>
            <a:pPr marL="12700" marR="27927" indent="38100">
              <a:lnSpc>
                <a:spcPts val="1392"/>
              </a:lnSpc>
              <a:spcBef>
                <a:spcPts val="724"/>
              </a:spcBef>
            </a:pPr>
            <a:r>
              <a:rPr dirty="0" smtClean="0" sz="1200" spc="0" b="1">
                <a:latin typeface="Times New Roman"/>
                <a:cs typeface="Times New Roman"/>
              </a:rPr>
              <a:t>Der</a:t>
            </a:r>
            <a:r>
              <a:rPr dirty="0" smtClean="0" sz="1200" spc="-4" b="1">
                <a:latin typeface="Times New Roman"/>
                <a:cs typeface="Times New Roman"/>
              </a:rPr>
              <a:t>e</a:t>
            </a:r>
            <a:r>
              <a:rPr dirty="0" smtClean="0" sz="1200" spc="0" b="1">
                <a:latin typeface="Times New Roman"/>
                <a:cs typeface="Times New Roman"/>
              </a:rPr>
              <a:t>cho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a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r</a:t>
            </a:r>
            <a:r>
              <a:rPr dirty="0" smtClean="0" sz="1200" spc="-4" b="1">
                <a:latin typeface="Times New Roman"/>
                <a:cs typeface="Times New Roman"/>
              </a:rPr>
              <a:t>é</a:t>
            </a:r>
            <a:r>
              <a:rPr dirty="0" smtClean="0" sz="1200" spc="0" b="1">
                <a:latin typeface="Times New Roman"/>
                <a:cs typeface="Times New Roman"/>
              </a:rPr>
              <a:t>pl</a:t>
            </a:r>
            <a:r>
              <a:rPr dirty="0" smtClean="0" sz="1200" spc="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ca:</a:t>
            </a:r>
            <a:r>
              <a:rPr dirty="0" smtClean="0" sz="1200" spc="9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Cuando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repr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ofe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da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por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esa,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podrá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27927">
              <a:lnSpc>
                <a:spcPts val="1379"/>
              </a:lnSpc>
              <a:spcBef>
                <a:spcPts val="697"/>
              </a:spcBef>
            </a:pP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fest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lo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ru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ir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Cuando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sente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este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pu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19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27927">
              <a:lnSpc>
                <a:spcPts val="1379"/>
              </a:lnSpc>
              <a:spcBef>
                <a:spcPts val="691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deb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rá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onar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tió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ta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xp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esos.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27927">
              <a:lnSpc>
                <a:spcPts val="1379"/>
              </a:lnSpc>
              <a:spcBef>
                <a:spcPts val="691"/>
              </a:spcBef>
            </a:pP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esa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vea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ord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ici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on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ofen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1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711"/>
              </a:spcBef>
            </a:pPr>
            <a:r>
              <a:rPr dirty="0" smtClean="0" sz="1200" spc="0">
                <a:latin typeface="Times New Roman"/>
                <a:cs typeface="Times New Roman"/>
              </a:rPr>
              <a:t>para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exp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he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hos,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vez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z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xposi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cho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é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,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esa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al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g</a:t>
            </a:r>
            <a:r>
              <a:rPr dirty="0" smtClean="0" sz="1200" spc="0">
                <a:latin typeface="Times New Roman"/>
                <a:cs typeface="Times New Roman"/>
              </a:rPr>
              <a:t>ado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ió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lta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disculpe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foro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espe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g</a:t>
            </a:r>
            <a:r>
              <a:rPr dirty="0" smtClean="0" sz="1200" spc="0">
                <a:latin typeface="Times New Roman"/>
                <a:cs typeface="Times New Roman"/>
              </a:rPr>
              <a:t>ado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agr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do,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éste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drá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sponder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der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cho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rép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ex</a:t>
            </a:r>
            <a:r>
              <a:rPr dirty="0" smtClean="0" sz="1200" spc="4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licar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versión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hos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689"/>
              </a:spcBef>
            </a:pP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cho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respo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der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otro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cho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rép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ica;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gado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ofr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sculp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corr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spondien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es,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san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nará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ada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re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consid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of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sa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asi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sev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ra,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podrá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g</a:t>
            </a:r>
            <a:r>
              <a:rPr dirty="0" smtClean="0" sz="1200" spc="0">
                <a:latin typeface="Times New Roman"/>
                <a:cs typeface="Times New Roman"/>
              </a:rPr>
              <a:t>ado.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punto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uen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era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orden,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ex</a:t>
            </a:r>
            <a:r>
              <a:rPr dirty="0" smtClean="0" sz="1200" spc="4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io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esa,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x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9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irá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guna</a:t>
            </a:r>
            <a:endParaRPr sz="1200">
              <a:latin typeface="Times New Roman"/>
              <a:cs typeface="Times New Roman"/>
            </a:endParaRPr>
          </a:p>
          <a:p>
            <a:pPr marL="12700" marR="13586">
              <a:lnSpc>
                <a:spcPct val="95825"/>
              </a:lnSpc>
              <a:spcBef>
                <a:spcPts val="714"/>
              </a:spcBef>
            </a:pPr>
            <a:r>
              <a:rPr dirty="0" smtClean="0" sz="1200" spc="0">
                <a:latin typeface="Times New Roman"/>
                <a:cs typeface="Times New Roman"/>
              </a:rPr>
              <a:t>sanc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para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dele</a:t>
            </a:r>
            <a:r>
              <a:rPr dirty="0" smtClean="0" sz="1200" spc="4">
                <a:latin typeface="Times New Roman"/>
                <a:cs typeface="Times New Roman"/>
              </a:rPr>
              <a:t>g</a:t>
            </a:r>
            <a:r>
              <a:rPr dirty="0" smtClean="0" sz="1200" spc="0">
                <a:latin typeface="Times New Roman"/>
                <a:cs typeface="Times New Roman"/>
              </a:rPr>
              <a:t>ado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9">
                <a:latin typeface="Times New Roman"/>
                <a:cs typeface="Times New Roman"/>
              </a:rPr>
              <a:t>b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8047" y="2029539"/>
            <a:ext cx="176072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4">
                <a:latin typeface="Arial"/>
                <a:cs typeface="Arial"/>
              </a:rPr>
              <a:t>3.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8047" y="3608403"/>
            <a:ext cx="176072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4">
                <a:latin typeface="Arial"/>
                <a:cs typeface="Arial"/>
              </a:rPr>
              <a:t>4.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8047" y="5185743"/>
            <a:ext cx="176072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4">
                <a:latin typeface="Arial"/>
                <a:cs typeface="Arial"/>
              </a:rPr>
              <a:t>5.</a:t>
            </a:r>
            <a:endParaRPr sz="12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63600" y="1085215"/>
            <a:ext cx="600837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/>
          <p:nvPr/>
        </p:nvSpPr>
        <p:spPr>
          <a:xfrm>
            <a:off x="863600" y="1224915"/>
            <a:ext cx="6008370" cy="0"/>
          </a:xfrm>
          <a:custGeom>
            <a:avLst/>
            <a:gdLst/>
            <a:ahLst/>
            <a:cxnLst/>
            <a:rect l="l" t="t" r="r" b="b"/>
            <a:pathLst>
              <a:path w="6008370" h="0">
                <a:moveTo>
                  <a:pt x="0" y="0"/>
                </a:moveTo>
                <a:lnTo>
                  <a:pt x="600837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615432" y="437490"/>
            <a:ext cx="1261333" cy="508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985"/>
              </a:lnSpc>
              <a:spcBef>
                <a:spcPts val="199"/>
              </a:spcBef>
            </a:pPr>
            <a:r>
              <a:rPr dirty="0" smtClean="0" sz="3800" b="1" i="1">
                <a:latin typeface="Arial"/>
                <a:cs typeface="Arial"/>
              </a:rPr>
              <a:t>ctJn</a:t>
            </a:r>
            <a:r>
              <a:rPr dirty="0" smtClean="0" sz="3800" spc="-869" b="1" i="1">
                <a:latin typeface="Arial"/>
                <a:cs typeface="Arial"/>
              </a:rPr>
              <a:t>u</a:t>
            </a:r>
            <a:r>
              <a:rPr dirty="0" smtClean="0" sz="3800" spc="0" b="1" i="1">
                <a:solidFill>
                  <a:srgbClr val="66A0C3"/>
                </a:solidFill>
                <a:latin typeface="Arial"/>
                <a:cs typeface="Arial"/>
              </a:rPr>
              <a:t>e</a:t>
            </a:r>
            <a:endParaRPr sz="3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49905" y="588449"/>
            <a:ext cx="1673225" cy="5089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530"/>
              </a:lnSpc>
              <a:spcBef>
                <a:spcPts val="76"/>
              </a:spcBef>
            </a:pPr>
            <a:r>
              <a:rPr dirty="0" smtClean="0" sz="1400" spc="0" b="1">
                <a:latin typeface="Times New Roman"/>
                <a:cs typeface="Times New Roman"/>
              </a:rPr>
              <a:t>CHR</a:t>
            </a:r>
            <a:r>
              <a:rPr dirty="0" smtClean="0" sz="1400" spc="-4" b="1">
                <a:latin typeface="Times New Roman"/>
                <a:cs typeface="Times New Roman"/>
              </a:rPr>
              <a:t>I</a:t>
            </a:r>
            <a:r>
              <a:rPr dirty="0" smtClean="0" sz="1400" spc="0" b="1">
                <a:latin typeface="Times New Roman"/>
                <a:cs typeface="Times New Roman"/>
              </a:rPr>
              <a:t>STA</a:t>
            </a:r>
            <a:r>
              <a:rPr dirty="0" smtClean="0" sz="1400" spc="-4" b="1">
                <a:latin typeface="Times New Roman"/>
                <a:cs typeface="Times New Roman"/>
              </a:rPr>
              <a:t>M</a:t>
            </a:r>
            <a:r>
              <a:rPr dirty="0" smtClean="0" sz="1400" spc="0" b="1">
                <a:latin typeface="Times New Roman"/>
                <a:cs typeface="Times New Roman"/>
              </a:rPr>
              <a:t>UN</a:t>
            </a:r>
            <a:r>
              <a:rPr dirty="0" smtClean="0" sz="1400" spc="9" b="1">
                <a:latin typeface="Times New Roman"/>
                <a:cs typeface="Times New Roman"/>
              </a:rPr>
              <a:t> </a:t>
            </a:r>
            <a:r>
              <a:rPr dirty="0" smtClean="0" sz="1400" spc="0" b="1">
                <a:latin typeface="Times New Roman"/>
                <a:cs typeface="Times New Roman"/>
              </a:rPr>
              <a:t>2026</a:t>
            </a:r>
            <a:endParaRPr sz="1400">
              <a:latin typeface="Times New Roman"/>
              <a:cs typeface="Times New Roman"/>
            </a:endParaRPr>
          </a:p>
          <a:p>
            <a:pPr marL="92686" marR="107025" algn="ctr">
              <a:lnSpc>
                <a:spcPct val="101725"/>
              </a:lnSpc>
              <a:spcBef>
                <a:spcPts val="858"/>
              </a:spcBef>
            </a:pP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T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r</a:t>
            </a:r>
            <a:r>
              <a:rPr dirty="0" smtClean="0" sz="1200" spc="4">
                <a:solidFill>
                  <a:srgbClr val="313D4F"/>
                </a:solidFill>
                <a:latin typeface="Calibri"/>
                <a:cs typeface="Calibri"/>
              </a:rPr>
              <a:t>i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nid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a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d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-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B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eni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-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B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o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li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v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ia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83428" y="885674"/>
            <a:ext cx="1249693" cy="1020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dirty="0" smtClean="0" sz="600" i="1">
                <a:solidFill>
                  <a:srgbClr val="66A0C3"/>
                </a:solidFill>
                <a:latin typeface="Arial"/>
                <a:cs typeface="Arial"/>
              </a:rPr>
              <a:t>C</a:t>
            </a:r>
            <a:r>
              <a:rPr dirty="0" smtClean="0" sz="600" i="1">
                <a:solidFill>
                  <a:srgbClr val="7CACCD"/>
                </a:solidFill>
                <a:latin typeface="Arial"/>
                <a:cs typeface="Arial"/>
              </a:rPr>
              <a:t>enlr</a:t>
            </a:r>
            <a:r>
              <a:rPr dirty="0" smtClean="0" sz="600" spc="14" i="1">
                <a:solidFill>
                  <a:srgbClr val="66A0C3"/>
                </a:solidFill>
                <a:latin typeface="Arial"/>
                <a:cs typeface="Arial"/>
              </a:rPr>
              <a:t>o</a:t>
            </a:r>
            <a:r>
              <a:rPr dirty="0" smtClean="0" sz="600" spc="0" i="1">
                <a:solidFill>
                  <a:srgbClr val="66A0C3"/>
                </a:solidFill>
                <a:latin typeface="Times New Roman"/>
                <a:cs typeface="Times New Roman"/>
              </a:rPr>
              <a:t>de</a:t>
            </a:r>
            <a:r>
              <a:rPr dirty="0" smtClean="0" sz="600" spc="-84" i="1">
                <a:solidFill>
                  <a:srgbClr val="66A0C3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Inform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ció</a:t>
            </a:r>
            <a:r>
              <a:rPr dirty="0" smtClean="0" sz="600" spc="-18" i="1">
                <a:solidFill>
                  <a:srgbClr val="7CACCD"/>
                </a:solidFill>
                <a:latin typeface="Arial"/>
                <a:cs typeface="Arial"/>
              </a:rPr>
              <a:t>n</a:t>
            </a:r>
            <a:r>
              <a:rPr dirty="0" smtClean="0" sz="600" spc="0" i="1">
                <a:solidFill>
                  <a:srgbClr val="66A0C3"/>
                </a:solidFill>
                <a:latin typeface="Times New Roman"/>
                <a:cs typeface="Times New Roman"/>
              </a:rPr>
              <a:t>de</a:t>
            </a:r>
            <a:r>
              <a:rPr dirty="0" smtClean="0" sz="600" spc="7" i="1">
                <a:solidFill>
                  <a:srgbClr val="66A0C3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N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cione</a:t>
            </a:r>
            <a:r>
              <a:rPr dirty="0" smtClean="0" sz="600" spc="25" i="1">
                <a:solidFill>
                  <a:srgbClr val="7CACCD"/>
                </a:solidFill>
                <a:latin typeface="Arial"/>
                <a:cs typeface="Arial"/>
              </a:rPr>
              <a:t>s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Un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ida</a:t>
            </a:r>
            <a:r>
              <a:rPr dirty="0" smtClean="0" sz="600" spc="-29" i="1">
                <a:solidFill>
                  <a:srgbClr val="7CACCD"/>
                </a:solidFill>
                <a:latin typeface="Arial"/>
                <a:cs typeface="Arial"/>
              </a:rPr>
              <a:t>s</a:t>
            </a:r>
            <a:r>
              <a:rPr dirty="0" smtClean="0" sz="600" spc="0" i="1">
                <a:solidFill>
                  <a:srgbClr val="2F85BA"/>
                </a:solidFill>
                <a:latin typeface="Arial"/>
                <a:cs typeface="Arial"/>
              </a:rPr>
              <a:t>B</a:t>
            </a:r>
            <a:r>
              <a:rPr dirty="0" smtClean="0" sz="600" spc="0" i="1">
                <a:solidFill>
                  <a:srgbClr val="508CB3"/>
                </a:solidFill>
                <a:latin typeface="Arial"/>
                <a:cs typeface="Arial"/>
              </a:rPr>
              <a:t>o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li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vi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88047" y="1242139"/>
            <a:ext cx="176072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4">
                <a:latin typeface="Arial"/>
                <a:cs typeface="Arial"/>
              </a:rPr>
              <a:t>6.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6647" y="1242998"/>
            <a:ext cx="5600519" cy="17550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13586">
              <a:lnSpc>
                <a:spcPts val="1325"/>
              </a:lnSpc>
              <a:spcBef>
                <a:spcPts val="66"/>
              </a:spcBef>
            </a:pPr>
            <a:r>
              <a:rPr dirty="0" smtClean="0" sz="1200" spc="0" b="1">
                <a:latin typeface="Times New Roman"/>
                <a:cs typeface="Times New Roman"/>
              </a:rPr>
              <a:t>A</a:t>
            </a:r>
            <a:r>
              <a:rPr dirty="0" smtClean="0" sz="1200" spc="4" b="1">
                <a:latin typeface="Times New Roman"/>
                <a:cs typeface="Times New Roman"/>
              </a:rPr>
              <a:t>p</a:t>
            </a:r>
            <a:r>
              <a:rPr dirty="0" smtClean="0" sz="1200" spc="0" b="1">
                <a:latin typeface="Times New Roman"/>
                <a:cs typeface="Times New Roman"/>
              </a:rPr>
              <a:t>e</a:t>
            </a:r>
            <a:r>
              <a:rPr dirty="0" smtClean="0" sz="1200" spc="-4" b="1">
                <a:latin typeface="Times New Roman"/>
                <a:cs typeface="Times New Roman"/>
              </a:rPr>
              <a:t>l</a:t>
            </a:r>
            <a:r>
              <a:rPr dirty="0" smtClean="0" sz="1200" spc="0" b="1">
                <a:latin typeface="Times New Roman"/>
                <a:cs typeface="Times New Roman"/>
              </a:rPr>
              <a:t>ar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-4" b="1">
                <a:latin typeface="Times New Roman"/>
                <a:cs typeface="Times New Roman"/>
              </a:rPr>
              <a:t>l</a:t>
            </a:r>
            <a:r>
              <a:rPr dirty="0" smtClean="0" sz="1200" spc="0" b="1">
                <a:latin typeface="Times New Roman"/>
                <a:cs typeface="Times New Roman"/>
              </a:rPr>
              <a:t>a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dec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sión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14" b="1">
                <a:latin typeface="Times New Roman"/>
                <a:cs typeface="Times New Roman"/>
              </a:rPr>
              <a:t>d</a:t>
            </a:r>
            <a:r>
              <a:rPr dirty="0" smtClean="0" sz="1200" spc="0" b="1">
                <a:latin typeface="Times New Roman"/>
                <a:cs typeface="Times New Roman"/>
              </a:rPr>
              <a:t>el</a:t>
            </a:r>
            <a:r>
              <a:rPr dirty="0" smtClean="0" sz="1200" spc="-4" b="1">
                <a:latin typeface="Times New Roman"/>
                <a:cs typeface="Times New Roman"/>
              </a:rPr>
              <a:t> </a:t>
            </a:r>
            <a:r>
              <a:rPr dirty="0" smtClean="0" sz="1200" spc="19" b="1">
                <a:latin typeface="Times New Roman"/>
                <a:cs typeface="Times New Roman"/>
              </a:rPr>
              <a:t>m</a:t>
            </a:r>
            <a:r>
              <a:rPr dirty="0" smtClean="0" sz="1200" spc="-9" b="1">
                <a:latin typeface="Times New Roman"/>
                <a:cs typeface="Times New Roman"/>
              </a:rPr>
              <a:t>o</a:t>
            </a:r>
            <a:r>
              <a:rPr dirty="0" smtClean="0" sz="1200" spc="0" b="1">
                <a:latin typeface="Times New Roman"/>
                <a:cs typeface="Times New Roman"/>
              </a:rPr>
              <a:t>derador: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Cua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qu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sión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oder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dor,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xc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612"/>
              </a:spcBef>
            </a:pPr>
            <a:r>
              <a:rPr dirty="0" smtClean="0" sz="1200" spc="0">
                <a:latin typeface="Times New Roman"/>
                <a:cs typeface="Times New Roman"/>
              </a:rPr>
              <a:t>aqu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ex</a:t>
            </a:r>
            <a:r>
              <a:rPr dirty="0" smtClean="0" sz="1200" spc="4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í</a:t>
            </a:r>
            <a:r>
              <a:rPr dirty="0" smtClean="0" sz="1200" spc="0">
                <a:latin typeface="Times New Roman"/>
                <a:cs typeface="Times New Roman"/>
              </a:rPr>
              <a:t>cita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ap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ables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cu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norm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puede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ap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691"/>
              </a:spcBef>
            </a:pP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edia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por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do;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edi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sig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e:</a:t>
            </a:r>
            <a:endParaRPr sz="1200">
              <a:latin typeface="Times New Roman"/>
              <a:cs typeface="Times New Roman"/>
            </a:endParaRPr>
          </a:p>
          <a:p>
            <a:pPr marL="241236" marR="123685" indent="-228536">
              <a:lnSpc>
                <a:spcPts val="1393"/>
              </a:lnSpc>
              <a:spcBef>
                <a:spcPts val="716"/>
              </a:spcBef>
              <a:tabLst>
                <a:tab pos="228600" algn="l"/>
              </a:tabLst>
            </a:pPr>
            <a:r>
              <a:rPr dirty="0" smtClean="0" sz="1200" spc="0">
                <a:latin typeface="Arial"/>
                <a:cs typeface="Arial"/>
              </a:rPr>
              <a:t>•	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ela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is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dor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debe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ha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foro</a:t>
            </a:r>
            <a:r>
              <a:rPr dirty="0" smtClean="0" sz="1200" spc="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236" marR="123685">
              <a:lnSpc>
                <a:spcPts val="1379"/>
              </a:lnSpc>
              <a:spcBef>
                <a:spcPts val="684"/>
              </a:spcBef>
              <a:tabLst>
                <a:tab pos="228600" algn="l"/>
              </a:tabLst>
            </a:pP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rr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ir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ngún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orador.</a:t>
            </a:r>
            <a:endParaRPr sz="1200">
              <a:latin typeface="Times New Roman"/>
              <a:cs typeface="Times New Roman"/>
            </a:endParaRPr>
          </a:p>
          <a:p>
            <a:pPr marL="12700" marR="13586">
              <a:lnSpc>
                <a:spcPct val="95825"/>
              </a:lnSpc>
              <a:spcBef>
                <a:spcPts val="717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r>
              <a:rPr dirty="0" smtClean="0" sz="1200" spc="0">
                <a:latin typeface="Arial"/>
                <a:cs typeface="Arial"/>
              </a:rPr>
              <a:t>   </a:t>
            </a:r>
            <a:r>
              <a:rPr dirty="0" smtClean="0" sz="1200" spc="49">
                <a:latin typeface="Arial"/>
                <a:cs typeface="Arial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presid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ped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á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g</a:t>
            </a:r>
            <a:r>
              <a:rPr dirty="0" smtClean="0" sz="1200" spc="0">
                <a:latin typeface="Times New Roman"/>
                <a:cs typeface="Times New Roman"/>
              </a:rPr>
              <a:t>ado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ex</a:t>
            </a:r>
            <a:r>
              <a:rPr dirty="0" smtClean="0" sz="1200" spc="4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lique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ha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foro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hab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ando</a:t>
            </a:r>
            <a:endParaRPr sz="1200">
              <a:latin typeface="Times New Roman"/>
              <a:cs typeface="Times New Roman"/>
            </a:endParaRPr>
          </a:p>
          <a:p>
            <a:pPr marL="217106" marR="793633" algn="ctr">
              <a:lnSpc>
                <a:spcPct val="95825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brev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ente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def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sa,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pre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cu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ndo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consid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sta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oción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ord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8047" y="3195775"/>
            <a:ext cx="231140" cy="54851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7.</a:t>
            </a:r>
            <a:endParaRPr sz="1800">
              <a:latin typeface="Times New Roman"/>
              <a:cs typeface="Times New Roman"/>
            </a:endParaRPr>
          </a:p>
          <a:p>
            <a:pPr marL="12700" marR="34290">
              <a:lnSpc>
                <a:spcPct val="95825"/>
              </a:lnSpc>
              <a:spcBef>
                <a:spcPts val="831"/>
              </a:spcBef>
            </a:pPr>
            <a:r>
              <a:rPr dirty="0" smtClean="0" sz="1200" spc="4">
                <a:latin typeface="Arial"/>
                <a:cs typeface="Arial"/>
              </a:rPr>
              <a:t>1.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16647" y="3195775"/>
            <a:ext cx="5658038" cy="29183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13586">
              <a:lnSpc>
                <a:spcPts val="1939"/>
              </a:lnSpc>
              <a:spcBef>
                <a:spcPts val="97"/>
              </a:spcBef>
            </a:pP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DOCUMENTOS: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1392"/>
              </a:lnSpc>
              <a:spcBef>
                <a:spcPts val="836"/>
              </a:spcBef>
            </a:pPr>
            <a:r>
              <a:rPr dirty="0" smtClean="0" sz="1200" spc="0" b="1">
                <a:latin typeface="Times New Roman"/>
                <a:cs typeface="Times New Roman"/>
              </a:rPr>
              <a:t>Pos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c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ones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o</a:t>
            </a:r>
            <a:r>
              <a:rPr dirty="0" smtClean="0" sz="1200" spc="9" b="1">
                <a:latin typeface="Times New Roman"/>
                <a:cs typeface="Times New Roman"/>
              </a:rPr>
              <a:t>f</a:t>
            </a:r>
            <a:r>
              <a:rPr dirty="0" smtClean="0" sz="1200" spc="0" b="1">
                <a:latin typeface="Times New Roman"/>
                <a:cs typeface="Times New Roman"/>
              </a:rPr>
              <a:t>i</a:t>
            </a:r>
            <a:r>
              <a:rPr dirty="0" smtClean="0" sz="1200" spc="-4" b="1">
                <a:latin typeface="Times New Roman"/>
                <a:cs typeface="Times New Roman"/>
              </a:rPr>
              <a:t>c</a:t>
            </a:r>
            <a:r>
              <a:rPr dirty="0" smtClean="0" sz="1200" spc="0" b="1">
                <a:latin typeface="Times New Roman"/>
                <a:cs typeface="Times New Roman"/>
              </a:rPr>
              <a:t>i</a:t>
            </a:r>
            <a:r>
              <a:rPr dirty="0" smtClean="0" sz="1200" spc="-4" b="1">
                <a:latin typeface="Times New Roman"/>
                <a:cs typeface="Times New Roman"/>
              </a:rPr>
              <a:t>a</a:t>
            </a:r>
            <a:r>
              <a:rPr dirty="0" smtClean="0" sz="1200" spc="0" b="1">
                <a:latin typeface="Times New Roman"/>
                <a:cs typeface="Times New Roman"/>
              </a:rPr>
              <a:t>l</a:t>
            </a:r>
            <a:r>
              <a:rPr dirty="0" smtClean="0" sz="1200" spc="-4" b="1">
                <a:latin typeface="Times New Roman"/>
                <a:cs typeface="Times New Roman"/>
              </a:rPr>
              <a:t>e</a:t>
            </a:r>
            <a:r>
              <a:rPr dirty="0" smtClean="0" sz="1200" spc="0" b="1">
                <a:latin typeface="Times New Roman"/>
                <a:cs typeface="Times New Roman"/>
              </a:rPr>
              <a:t>s:</a:t>
            </a:r>
            <a:r>
              <a:rPr dirty="0" smtClean="0" sz="1200" spc="-4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posic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ofici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docum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be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f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ejar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pun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69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sta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gub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rn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</a:t>
            </a:r>
            <a:r>
              <a:rPr dirty="0" smtClean="0" sz="1200" spc="-4">
                <a:latin typeface="Times New Roman"/>
                <a:cs typeface="Times New Roman"/>
              </a:rPr>
              <a:t>í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repr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senta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post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ra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proble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á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.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of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v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da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ones:</a:t>
            </a:r>
            <a:endParaRPr sz="1200">
              <a:latin typeface="Times New Roman"/>
              <a:cs typeface="Times New Roman"/>
            </a:endParaRPr>
          </a:p>
          <a:p>
            <a:pPr marL="12700" marR="13586">
              <a:lnSpc>
                <a:spcPct val="95825"/>
              </a:lnSpc>
              <a:spcBef>
                <a:spcPts val="749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r>
              <a:rPr dirty="0" smtClean="0" sz="1200" spc="0">
                <a:latin typeface="Arial"/>
                <a:cs typeface="Arial"/>
              </a:rPr>
              <a:t>   </a:t>
            </a:r>
            <a:r>
              <a:rPr dirty="0" smtClean="0" sz="1200" spc="49">
                <a:latin typeface="Arial"/>
                <a:cs typeface="Arial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Datos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4" b="1">
                <a:latin typeface="Times New Roman"/>
                <a:cs typeface="Times New Roman"/>
              </a:rPr>
              <a:t>b</a:t>
            </a:r>
            <a:r>
              <a:rPr dirty="0" smtClean="0" sz="1200" spc="0" b="1">
                <a:latin typeface="Times New Roman"/>
                <a:cs typeface="Times New Roman"/>
              </a:rPr>
              <a:t>ib</a:t>
            </a:r>
            <a:r>
              <a:rPr dirty="0" smtClean="0" sz="1200" spc="-4" b="1">
                <a:latin typeface="Times New Roman"/>
                <a:cs typeface="Times New Roman"/>
              </a:rPr>
              <a:t>l</a:t>
            </a:r>
            <a:r>
              <a:rPr dirty="0" smtClean="0" sz="1200" spc="0" b="1">
                <a:latin typeface="Times New Roman"/>
                <a:cs typeface="Times New Roman"/>
              </a:rPr>
              <a:t>i</a:t>
            </a:r>
            <a:r>
              <a:rPr dirty="0" smtClean="0" sz="1200" spc="-4" b="1">
                <a:latin typeface="Times New Roman"/>
                <a:cs typeface="Times New Roman"/>
              </a:rPr>
              <a:t>o</a:t>
            </a:r>
            <a:r>
              <a:rPr dirty="0" smtClean="0" sz="1200" spc="0" b="1">
                <a:latin typeface="Times New Roman"/>
                <a:cs typeface="Times New Roman"/>
              </a:rPr>
              <a:t>grá</a:t>
            </a:r>
            <a:r>
              <a:rPr dirty="0" smtClean="0" sz="1200" spc="4" b="1">
                <a:latin typeface="Times New Roman"/>
                <a:cs typeface="Times New Roman"/>
              </a:rPr>
              <a:t>f</a:t>
            </a:r>
            <a:r>
              <a:rPr dirty="0" smtClean="0" sz="1200" spc="0" b="1">
                <a:latin typeface="Times New Roman"/>
                <a:cs typeface="Times New Roman"/>
              </a:rPr>
              <a:t>i</a:t>
            </a:r>
            <a:r>
              <a:rPr dirty="0" smtClean="0" sz="1200" spc="-4" b="1">
                <a:latin typeface="Times New Roman"/>
                <a:cs typeface="Times New Roman"/>
              </a:rPr>
              <a:t>c</a:t>
            </a:r>
            <a:r>
              <a:rPr dirty="0" smtClean="0" sz="1200" spc="0" b="1">
                <a:latin typeface="Times New Roman"/>
                <a:cs typeface="Times New Roman"/>
              </a:rPr>
              <a:t>o</a:t>
            </a:r>
            <a:r>
              <a:rPr dirty="0" smtClean="0" sz="1200" spc="-4" b="1">
                <a:latin typeface="Times New Roman"/>
                <a:cs typeface="Times New Roman"/>
              </a:rPr>
              <a:t>s</a:t>
            </a:r>
            <a:r>
              <a:rPr dirty="0" smtClean="0" sz="1200" spc="0" b="1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 marR="13586">
              <a:lnSpc>
                <a:spcPct val="95825"/>
              </a:lnSpc>
              <a:spcBef>
                <a:spcPts val="654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r>
              <a:rPr dirty="0" smtClean="0" sz="1200" spc="0">
                <a:latin typeface="Arial"/>
                <a:cs typeface="Arial"/>
              </a:rPr>
              <a:t>   </a:t>
            </a:r>
            <a:r>
              <a:rPr dirty="0" smtClean="0" sz="1200" spc="49">
                <a:latin typeface="Arial"/>
                <a:cs typeface="Arial"/>
              </a:rPr>
              <a:t> </a:t>
            </a:r>
            <a:r>
              <a:rPr dirty="0" smtClean="0" sz="1200" spc="4" b="1">
                <a:latin typeface="Times New Roman"/>
                <a:cs typeface="Times New Roman"/>
              </a:rPr>
              <a:t>In</a:t>
            </a:r>
            <a:r>
              <a:rPr dirty="0" smtClean="0" sz="1200" spc="0" b="1">
                <a:latin typeface="Times New Roman"/>
                <a:cs typeface="Times New Roman"/>
              </a:rPr>
              <a:t>te</a:t>
            </a:r>
            <a:r>
              <a:rPr dirty="0" smtClean="0" sz="1200" spc="-4" b="1">
                <a:latin typeface="Times New Roman"/>
                <a:cs typeface="Times New Roman"/>
              </a:rPr>
              <a:t>r</a:t>
            </a:r>
            <a:r>
              <a:rPr dirty="0" smtClean="0" sz="1200" spc="0" b="1">
                <a:latin typeface="Times New Roman"/>
                <a:cs typeface="Times New Roman"/>
              </a:rPr>
              <a:t>eses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en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el</a:t>
            </a:r>
            <a:r>
              <a:rPr dirty="0" smtClean="0" sz="1200" spc="-4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te</a:t>
            </a:r>
            <a:r>
              <a:rPr dirty="0" smtClean="0" sz="1200" spc="14" b="1">
                <a:latin typeface="Times New Roman"/>
                <a:cs typeface="Times New Roman"/>
              </a:rPr>
              <a:t>m</a:t>
            </a:r>
            <a:r>
              <a:rPr dirty="0" smtClean="0" sz="1200" spc="-9" b="1">
                <a:latin typeface="Times New Roman"/>
                <a:cs typeface="Times New Roman"/>
              </a:rPr>
              <a:t>a</a:t>
            </a:r>
            <a:r>
              <a:rPr dirty="0" smtClean="0" sz="1200" spc="0" b="1">
                <a:latin typeface="Times New Roman"/>
                <a:cs typeface="Times New Roman"/>
              </a:rPr>
              <a:t>:</a:t>
            </a:r>
            <a:r>
              <a:rPr dirty="0" smtClean="0" sz="1200" spc="-14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Sín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esis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breve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ua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</a:t>
            </a:r>
            <a:r>
              <a:rPr dirty="0" smtClean="0" sz="1200" spc="-4">
                <a:latin typeface="Times New Roman"/>
                <a:cs typeface="Times New Roman"/>
              </a:rPr>
              <a:t>í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conf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100" spc="0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241236" marR="82194" indent="-228536">
              <a:lnSpc>
                <a:spcPts val="1393"/>
              </a:lnSpc>
              <a:spcBef>
                <a:spcPts val="694"/>
              </a:spcBef>
              <a:tabLst>
                <a:tab pos="228600" algn="l"/>
              </a:tabLst>
            </a:pPr>
            <a:r>
              <a:rPr dirty="0" smtClean="0" sz="1200" spc="0">
                <a:latin typeface="Arial"/>
                <a:cs typeface="Arial"/>
              </a:rPr>
              <a:t>•	</a:t>
            </a:r>
            <a:r>
              <a:rPr dirty="0" smtClean="0" sz="1200" spc="0" b="1">
                <a:latin typeface="Times New Roman"/>
                <a:cs typeface="Times New Roman"/>
              </a:rPr>
              <a:t>Po</a:t>
            </a:r>
            <a:r>
              <a:rPr dirty="0" smtClean="0" sz="1200" spc="-4" b="1">
                <a:latin typeface="Times New Roman"/>
                <a:cs typeface="Times New Roman"/>
              </a:rPr>
              <a:t>l</a:t>
            </a:r>
            <a:r>
              <a:rPr dirty="0" smtClean="0" sz="1200" spc="0" b="1">
                <a:latin typeface="Times New Roman"/>
                <a:cs typeface="Times New Roman"/>
              </a:rPr>
              <a:t>íticas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-4" b="1">
                <a:latin typeface="Times New Roman"/>
                <a:cs typeface="Times New Roman"/>
              </a:rPr>
              <a:t>l</a:t>
            </a:r>
            <a:r>
              <a:rPr dirty="0" smtClean="0" sz="1200" spc="0" b="1">
                <a:latin typeface="Times New Roman"/>
                <a:cs typeface="Times New Roman"/>
              </a:rPr>
              <a:t>l</a:t>
            </a:r>
            <a:r>
              <a:rPr dirty="0" smtClean="0" sz="1200" spc="-4" b="1">
                <a:latin typeface="Times New Roman"/>
                <a:cs typeface="Times New Roman"/>
              </a:rPr>
              <a:t>e</a:t>
            </a:r>
            <a:r>
              <a:rPr dirty="0" smtClean="0" sz="1200" spc="0" b="1">
                <a:latin typeface="Times New Roman"/>
                <a:cs typeface="Times New Roman"/>
              </a:rPr>
              <a:t>vadas</a:t>
            </a:r>
            <a:r>
              <a:rPr dirty="0" smtClean="0" sz="1200" spc="4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a</a:t>
            </a:r>
            <a:r>
              <a:rPr dirty="0" smtClean="0" sz="1200" spc="9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cabo:</a:t>
            </a:r>
            <a:r>
              <a:rPr dirty="0" smtClean="0" sz="1200" spc="-14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Infor</a:t>
            </a:r>
            <a:r>
              <a:rPr dirty="0" smtClean="0" sz="1200" spc="-9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sobre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odas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pol</a:t>
            </a:r>
            <a:r>
              <a:rPr dirty="0" smtClean="0" sz="1200" spc="-4">
                <a:latin typeface="Times New Roman"/>
                <a:cs typeface="Times New Roman"/>
              </a:rPr>
              <a:t>í</a:t>
            </a:r>
            <a:r>
              <a:rPr dirty="0" smtClean="0" sz="1200" spc="0">
                <a:latin typeface="Times New Roman"/>
                <a:cs typeface="Times New Roman"/>
              </a:rPr>
              <a:t>ticas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han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236" marR="82194">
              <a:lnSpc>
                <a:spcPts val="1379"/>
              </a:lnSpc>
              <a:spcBef>
                <a:spcPts val="684"/>
              </a:spcBef>
              <a:tabLst>
                <a:tab pos="228600" algn="l"/>
              </a:tabLst>
            </a:pPr>
            <a:r>
              <a:rPr dirty="0" smtClean="0" sz="1200" spc="0">
                <a:latin typeface="Times New Roman"/>
                <a:cs typeface="Times New Roman"/>
              </a:rPr>
              <a:t>re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z</a:t>
            </a:r>
            <a:r>
              <a:rPr dirty="0" smtClean="0" sz="1200" spc="0">
                <a:latin typeface="Times New Roman"/>
                <a:cs typeface="Times New Roman"/>
              </a:rPr>
              <a:t>ado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rte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para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solver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confli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241236" marR="22377" indent="-228536">
              <a:lnSpc>
                <a:spcPts val="1393"/>
              </a:lnSpc>
              <a:spcBef>
                <a:spcPts val="717"/>
              </a:spcBef>
              <a:tabLst>
                <a:tab pos="228600" algn="l"/>
              </a:tabLst>
            </a:pPr>
            <a:r>
              <a:rPr dirty="0" smtClean="0" sz="1200" spc="0">
                <a:latin typeface="Arial"/>
                <a:cs typeface="Arial"/>
              </a:rPr>
              <a:t>•	</a:t>
            </a:r>
            <a:r>
              <a:rPr dirty="0" smtClean="0" sz="1200" spc="0" b="1">
                <a:latin typeface="Times New Roman"/>
                <a:cs typeface="Times New Roman"/>
              </a:rPr>
              <a:t>Po</a:t>
            </a:r>
            <a:r>
              <a:rPr dirty="0" smtClean="0" sz="1200" spc="-4" b="1">
                <a:latin typeface="Times New Roman"/>
                <a:cs typeface="Times New Roman"/>
              </a:rPr>
              <a:t>l</a:t>
            </a:r>
            <a:r>
              <a:rPr dirty="0" smtClean="0" sz="1200" spc="0" b="1">
                <a:latin typeface="Times New Roman"/>
                <a:cs typeface="Times New Roman"/>
              </a:rPr>
              <a:t>íticas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nec</a:t>
            </a:r>
            <a:r>
              <a:rPr dirty="0" smtClean="0" sz="1200" spc="-4" b="1">
                <a:latin typeface="Times New Roman"/>
                <a:cs typeface="Times New Roman"/>
              </a:rPr>
              <a:t>e</a:t>
            </a:r>
            <a:r>
              <a:rPr dirty="0" smtClean="0" sz="1200" spc="4" b="1">
                <a:latin typeface="Times New Roman"/>
                <a:cs typeface="Times New Roman"/>
              </a:rPr>
              <a:t>s</a:t>
            </a:r>
            <a:r>
              <a:rPr dirty="0" smtClean="0" sz="1200" spc="0" b="1">
                <a:latin typeface="Times New Roman"/>
                <a:cs typeface="Times New Roman"/>
              </a:rPr>
              <a:t>ar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as</a:t>
            </a:r>
            <a:r>
              <a:rPr dirty="0" smtClean="0" sz="1200" spc="9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para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r</a:t>
            </a:r>
            <a:r>
              <a:rPr dirty="0" smtClean="0" sz="1200" spc="-4" b="1">
                <a:latin typeface="Times New Roman"/>
                <a:cs typeface="Times New Roman"/>
              </a:rPr>
              <a:t>e</a:t>
            </a:r>
            <a:r>
              <a:rPr dirty="0" smtClean="0" sz="1200" spc="0" b="1">
                <a:latin typeface="Times New Roman"/>
                <a:cs typeface="Times New Roman"/>
              </a:rPr>
              <a:t>solver</a:t>
            </a:r>
            <a:r>
              <a:rPr dirty="0" smtClean="0" sz="1200" spc="-4" b="1">
                <a:latin typeface="Times New Roman"/>
                <a:cs typeface="Times New Roman"/>
              </a:rPr>
              <a:t> </a:t>
            </a:r>
            <a:r>
              <a:rPr dirty="0" smtClean="0" sz="1200" spc="4" b="1">
                <a:latin typeface="Times New Roman"/>
                <a:cs typeface="Times New Roman"/>
              </a:rPr>
              <a:t>e</a:t>
            </a:r>
            <a:r>
              <a:rPr dirty="0" smtClean="0" sz="1200" spc="0" b="1">
                <a:latin typeface="Times New Roman"/>
                <a:cs typeface="Times New Roman"/>
              </a:rPr>
              <a:t>l</a:t>
            </a:r>
            <a:r>
              <a:rPr dirty="0" smtClean="0" sz="1200" spc="-4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co</a:t>
            </a:r>
            <a:r>
              <a:rPr dirty="0" smtClean="0" sz="1200" spc="9" b="1">
                <a:latin typeface="Times New Roman"/>
                <a:cs typeface="Times New Roman"/>
              </a:rPr>
              <a:t>n</a:t>
            </a:r>
            <a:r>
              <a:rPr dirty="0" smtClean="0" sz="1200" spc="9" b="1">
                <a:latin typeface="Times New Roman"/>
                <a:cs typeface="Times New Roman"/>
              </a:rPr>
              <a:t>f</a:t>
            </a:r>
            <a:r>
              <a:rPr dirty="0" smtClean="0" sz="1200" spc="0" b="1">
                <a:latin typeface="Times New Roman"/>
                <a:cs typeface="Times New Roman"/>
              </a:rPr>
              <a:t>l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cto:</a:t>
            </a:r>
            <a:r>
              <a:rPr dirty="0" smtClean="0" sz="1200" spc="-14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Propuest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</a:t>
            </a:r>
            <a:r>
              <a:rPr dirty="0" smtClean="0" sz="1200" spc="-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ada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ga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be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41236" marR="22377">
              <a:lnSpc>
                <a:spcPts val="1379"/>
              </a:lnSpc>
              <a:spcBef>
                <a:spcPts val="694"/>
              </a:spcBef>
              <a:tabLst>
                <a:tab pos="228600" algn="l"/>
              </a:tabLst>
            </a:pP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ara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so</a:t>
            </a:r>
            <a:r>
              <a:rPr dirty="0" smtClean="0" sz="1200" spc="9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uc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co.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ben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is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as,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ef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v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coh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endParaRPr sz="1200">
              <a:latin typeface="Times New Roman"/>
              <a:cs typeface="Times New Roman"/>
            </a:endParaRPr>
          </a:p>
          <a:p>
            <a:pPr marL="217106" marR="3984800" algn="ctr">
              <a:lnSpc>
                <a:spcPct val="95825"/>
              </a:lnSpc>
              <a:spcBef>
                <a:spcPts val="717"/>
              </a:spcBef>
            </a:pP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-4">
                <a:latin typeface="Times New Roman"/>
                <a:cs typeface="Times New Roman"/>
              </a:rPr>
              <a:t>í</a:t>
            </a:r>
            <a:r>
              <a:rPr dirty="0" smtClean="0" sz="1200" spc="0">
                <a:latin typeface="Times New Roman"/>
                <a:cs typeface="Times New Roman"/>
              </a:rPr>
              <a:t>st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país.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6647" y="6298106"/>
            <a:ext cx="5622617" cy="7037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13586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posic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f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ial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eb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re</a:t>
            </a:r>
            <a:r>
              <a:rPr dirty="0" smtClean="0" sz="1200" spc="4">
                <a:latin typeface="Times New Roman"/>
                <a:cs typeface="Times New Roman"/>
              </a:rPr>
              <a:t>g</a:t>
            </a:r>
            <a:r>
              <a:rPr dirty="0" smtClean="0" sz="1200" spc="0">
                <a:latin typeface="Times New Roman"/>
                <a:cs typeface="Times New Roman"/>
              </a:rPr>
              <a:t>ada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duran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pri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era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sesi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esa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puede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42361"/>
              </a:lnSpc>
              <a:spcBef>
                <a:spcPts val="267"/>
              </a:spcBef>
            </a:pPr>
            <a:r>
              <a:rPr dirty="0" smtClean="0" sz="1200" spc="0">
                <a:latin typeface="Times New Roman"/>
                <a:cs typeface="Times New Roman"/>
              </a:rPr>
              <a:t>esper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rega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é</a:t>
            </a:r>
            <a:r>
              <a:rPr dirty="0" smtClean="0" sz="1200" spc="0">
                <a:latin typeface="Times New Roman"/>
                <a:cs typeface="Times New Roman"/>
              </a:rPr>
              <a:t>sta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sta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ase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scurso;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rar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será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re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ones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dir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6647" y="7187233"/>
            <a:ext cx="5715495" cy="44068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uso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Int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gen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Art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fi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Posi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ones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Ofi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rohib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sa</a:t>
            </a:r>
            <a:r>
              <a:rPr dirty="0" smtClean="0" sz="1200" spc="1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cionado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on</a:t>
            </a:r>
            <a:endParaRPr sz="1200">
              <a:latin typeface="Times New Roman"/>
              <a:cs typeface="Times New Roman"/>
            </a:endParaRPr>
          </a:p>
          <a:p>
            <a:pPr marL="12700" marR="22859">
              <a:lnSpc>
                <a:spcPct val="95825"/>
              </a:lnSpc>
              <a:spcBef>
                <a:spcPts val="623"/>
              </a:spcBef>
            </a:pP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est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rif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esa.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6647" y="7812073"/>
            <a:ext cx="5639381" cy="9667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13586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to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está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presen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nua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ará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dos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623"/>
              </a:spcBef>
            </a:pP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expr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sando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posi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19">
                <a:latin typeface="Times New Roman"/>
                <a:cs typeface="Times New Roman"/>
              </a:rPr>
              <a:t> 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f</a:t>
            </a:r>
            <a:r>
              <a:rPr dirty="0" smtClean="0" sz="1200" spc="0">
                <a:latin typeface="Times New Roman"/>
                <a:cs typeface="Times New Roman"/>
              </a:rPr>
              <a:t>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spec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f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ente.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692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deb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on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fuen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b</a:t>
            </a:r>
            <a:r>
              <a:rPr dirty="0" smtClean="0" sz="1200" spc="0">
                <a:latin typeface="Times New Roman"/>
                <a:cs typeface="Times New Roman"/>
              </a:rPr>
              <a:t>ri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(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4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o).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año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f</a:t>
            </a:r>
            <a:r>
              <a:rPr dirty="0" smtClean="0" sz="1200" spc="0">
                <a:latin typeface="Times New Roman"/>
                <a:cs typeface="Times New Roman"/>
              </a:rPr>
              <a:t>uen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ará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dist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endParaRPr sz="1200">
              <a:latin typeface="Times New Roman"/>
              <a:cs typeface="Times New Roman"/>
            </a:endParaRPr>
          </a:p>
          <a:p>
            <a:pPr marL="12700" marR="13586">
              <a:lnSpc>
                <a:spcPct val="95825"/>
              </a:lnSpc>
              <a:spcBef>
                <a:spcPts val="712"/>
              </a:spcBef>
            </a:pP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63600" y="1085215"/>
            <a:ext cx="600837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/>
          <p:cNvSpPr/>
          <p:nvPr/>
        </p:nvSpPr>
        <p:spPr>
          <a:xfrm>
            <a:off x="863600" y="1224915"/>
            <a:ext cx="6008370" cy="0"/>
          </a:xfrm>
          <a:custGeom>
            <a:avLst/>
            <a:gdLst/>
            <a:ahLst/>
            <a:cxnLst/>
            <a:rect l="l" t="t" r="r" b="b"/>
            <a:pathLst>
              <a:path w="6008370" h="0">
                <a:moveTo>
                  <a:pt x="0" y="0"/>
                </a:moveTo>
                <a:lnTo>
                  <a:pt x="600837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5615432" y="437490"/>
            <a:ext cx="1261333" cy="508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985"/>
              </a:lnSpc>
              <a:spcBef>
                <a:spcPts val="199"/>
              </a:spcBef>
            </a:pPr>
            <a:r>
              <a:rPr dirty="0" smtClean="0" sz="3800" b="1" i="1">
                <a:latin typeface="Arial"/>
                <a:cs typeface="Arial"/>
              </a:rPr>
              <a:t>ctJn</a:t>
            </a:r>
            <a:r>
              <a:rPr dirty="0" smtClean="0" sz="3800" spc="-869" b="1" i="1">
                <a:latin typeface="Arial"/>
                <a:cs typeface="Arial"/>
              </a:rPr>
              <a:t>u</a:t>
            </a:r>
            <a:r>
              <a:rPr dirty="0" smtClean="0" sz="3800" spc="0" b="1" i="1">
                <a:solidFill>
                  <a:srgbClr val="66A0C3"/>
                </a:solidFill>
                <a:latin typeface="Arial"/>
                <a:cs typeface="Arial"/>
              </a:rPr>
              <a:t>e</a:t>
            </a:r>
            <a:endParaRPr sz="3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49905" y="588449"/>
            <a:ext cx="1673225" cy="5089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530"/>
              </a:lnSpc>
              <a:spcBef>
                <a:spcPts val="76"/>
              </a:spcBef>
            </a:pPr>
            <a:r>
              <a:rPr dirty="0" smtClean="0" sz="1400" spc="0" b="1">
                <a:latin typeface="Times New Roman"/>
                <a:cs typeface="Times New Roman"/>
              </a:rPr>
              <a:t>CHR</a:t>
            </a:r>
            <a:r>
              <a:rPr dirty="0" smtClean="0" sz="1400" spc="-4" b="1">
                <a:latin typeface="Times New Roman"/>
                <a:cs typeface="Times New Roman"/>
              </a:rPr>
              <a:t>I</a:t>
            </a:r>
            <a:r>
              <a:rPr dirty="0" smtClean="0" sz="1400" spc="0" b="1">
                <a:latin typeface="Times New Roman"/>
                <a:cs typeface="Times New Roman"/>
              </a:rPr>
              <a:t>STA</a:t>
            </a:r>
            <a:r>
              <a:rPr dirty="0" smtClean="0" sz="1400" spc="-4" b="1">
                <a:latin typeface="Times New Roman"/>
                <a:cs typeface="Times New Roman"/>
              </a:rPr>
              <a:t>M</a:t>
            </a:r>
            <a:r>
              <a:rPr dirty="0" smtClean="0" sz="1400" spc="0" b="1">
                <a:latin typeface="Times New Roman"/>
                <a:cs typeface="Times New Roman"/>
              </a:rPr>
              <a:t>UN</a:t>
            </a:r>
            <a:r>
              <a:rPr dirty="0" smtClean="0" sz="1400" spc="9" b="1">
                <a:latin typeface="Times New Roman"/>
                <a:cs typeface="Times New Roman"/>
              </a:rPr>
              <a:t> </a:t>
            </a:r>
            <a:r>
              <a:rPr dirty="0" smtClean="0" sz="1400" spc="0" b="1">
                <a:latin typeface="Times New Roman"/>
                <a:cs typeface="Times New Roman"/>
              </a:rPr>
              <a:t>2026</a:t>
            </a:r>
            <a:endParaRPr sz="1400">
              <a:latin typeface="Times New Roman"/>
              <a:cs typeface="Times New Roman"/>
            </a:endParaRPr>
          </a:p>
          <a:p>
            <a:pPr marL="92686" marR="107025" algn="ctr">
              <a:lnSpc>
                <a:spcPct val="101725"/>
              </a:lnSpc>
              <a:spcBef>
                <a:spcPts val="858"/>
              </a:spcBef>
            </a:pP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T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r</a:t>
            </a:r>
            <a:r>
              <a:rPr dirty="0" smtClean="0" sz="1200" spc="4">
                <a:solidFill>
                  <a:srgbClr val="313D4F"/>
                </a:solidFill>
                <a:latin typeface="Calibri"/>
                <a:cs typeface="Calibri"/>
              </a:rPr>
              <a:t>i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nid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a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d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-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B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eni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-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B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o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li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v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ia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83428" y="885674"/>
            <a:ext cx="1249693" cy="1020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dirty="0" smtClean="0" sz="600" i="1">
                <a:solidFill>
                  <a:srgbClr val="66A0C3"/>
                </a:solidFill>
                <a:latin typeface="Arial"/>
                <a:cs typeface="Arial"/>
              </a:rPr>
              <a:t>C</a:t>
            </a:r>
            <a:r>
              <a:rPr dirty="0" smtClean="0" sz="600" i="1">
                <a:solidFill>
                  <a:srgbClr val="7CACCD"/>
                </a:solidFill>
                <a:latin typeface="Arial"/>
                <a:cs typeface="Arial"/>
              </a:rPr>
              <a:t>enlr</a:t>
            </a:r>
            <a:r>
              <a:rPr dirty="0" smtClean="0" sz="600" spc="14" i="1">
                <a:solidFill>
                  <a:srgbClr val="66A0C3"/>
                </a:solidFill>
                <a:latin typeface="Arial"/>
                <a:cs typeface="Arial"/>
              </a:rPr>
              <a:t>o</a:t>
            </a:r>
            <a:r>
              <a:rPr dirty="0" smtClean="0" sz="600" spc="0" i="1">
                <a:solidFill>
                  <a:srgbClr val="66A0C3"/>
                </a:solidFill>
                <a:latin typeface="Times New Roman"/>
                <a:cs typeface="Times New Roman"/>
              </a:rPr>
              <a:t>de</a:t>
            </a:r>
            <a:r>
              <a:rPr dirty="0" smtClean="0" sz="600" spc="-84" i="1">
                <a:solidFill>
                  <a:srgbClr val="66A0C3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Inform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ció</a:t>
            </a:r>
            <a:r>
              <a:rPr dirty="0" smtClean="0" sz="600" spc="-18" i="1">
                <a:solidFill>
                  <a:srgbClr val="7CACCD"/>
                </a:solidFill>
                <a:latin typeface="Arial"/>
                <a:cs typeface="Arial"/>
              </a:rPr>
              <a:t>n</a:t>
            </a:r>
            <a:r>
              <a:rPr dirty="0" smtClean="0" sz="600" spc="0" i="1">
                <a:solidFill>
                  <a:srgbClr val="66A0C3"/>
                </a:solidFill>
                <a:latin typeface="Times New Roman"/>
                <a:cs typeface="Times New Roman"/>
              </a:rPr>
              <a:t>de</a:t>
            </a:r>
            <a:r>
              <a:rPr dirty="0" smtClean="0" sz="600" spc="7" i="1">
                <a:solidFill>
                  <a:srgbClr val="66A0C3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N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cione</a:t>
            </a:r>
            <a:r>
              <a:rPr dirty="0" smtClean="0" sz="600" spc="25" i="1">
                <a:solidFill>
                  <a:srgbClr val="7CACCD"/>
                </a:solidFill>
                <a:latin typeface="Arial"/>
                <a:cs typeface="Arial"/>
              </a:rPr>
              <a:t>s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Un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ida</a:t>
            </a:r>
            <a:r>
              <a:rPr dirty="0" smtClean="0" sz="600" spc="-29" i="1">
                <a:solidFill>
                  <a:srgbClr val="7CACCD"/>
                </a:solidFill>
                <a:latin typeface="Arial"/>
                <a:cs typeface="Arial"/>
              </a:rPr>
              <a:t>s</a:t>
            </a:r>
            <a:r>
              <a:rPr dirty="0" smtClean="0" sz="600" spc="0" i="1">
                <a:solidFill>
                  <a:srgbClr val="2F85BA"/>
                </a:solidFill>
                <a:latin typeface="Arial"/>
                <a:cs typeface="Arial"/>
              </a:rPr>
              <a:t>B</a:t>
            </a:r>
            <a:r>
              <a:rPr dirty="0" smtClean="0" sz="600" spc="0" i="1">
                <a:solidFill>
                  <a:srgbClr val="508CB3"/>
                </a:solidFill>
                <a:latin typeface="Arial"/>
                <a:cs typeface="Arial"/>
              </a:rPr>
              <a:t>o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li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vi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16647" y="1241601"/>
            <a:ext cx="10160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•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37564" y="1241601"/>
            <a:ext cx="632714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 b="1">
                <a:latin typeface="Times New Roman"/>
                <a:cs typeface="Times New Roman"/>
              </a:rPr>
              <a:t>Caratula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16647" y="1603551"/>
            <a:ext cx="2776982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Band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í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cor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espondi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(Super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or)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16647" y="1965501"/>
            <a:ext cx="2658719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Escudo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</a:t>
            </a:r>
            <a:r>
              <a:rPr dirty="0" smtClean="0" sz="1200" spc="-4">
                <a:latin typeface="Times New Roman"/>
                <a:cs typeface="Times New Roman"/>
              </a:rPr>
              <a:t>í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cor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espondi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(Inf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r)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16647" y="2351840"/>
            <a:ext cx="835494" cy="1788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75"/>
              </a:lnSpc>
              <a:spcBef>
                <a:spcPts val="68"/>
              </a:spcBef>
            </a:pPr>
            <a:r>
              <a:rPr dirty="0" smtClean="0" baseline="2088" sz="1800" spc="0">
                <a:latin typeface="Segoe UI Symbol"/>
                <a:cs typeface="Segoe UI Symbol"/>
              </a:rPr>
              <a:t>➢</a:t>
            </a:r>
            <a:r>
              <a:rPr dirty="0" smtClean="0" baseline="2088" sz="1800" spc="257">
                <a:latin typeface="Segoe UI Symbol"/>
                <a:cs typeface="Segoe UI Symbol"/>
              </a:rPr>
              <a:t> </a:t>
            </a:r>
            <a:r>
              <a:rPr dirty="0" smtClean="0" baseline="2415" sz="1800" spc="0">
                <a:latin typeface="Times New Roman"/>
                <a:cs typeface="Times New Roman"/>
              </a:rPr>
              <a:t>T</a:t>
            </a:r>
            <a:r>
              <a:rPr dirty="0" smtClean="0" baseline="2415" sz="1800" spc="-4">
                <a:latin typeface="Times New Roman"/>
                <a:cs typeface="Times New Roman"/>
              </a:rPr>
              <a:t>í</a:t>
            </a:r>
            <a:r>
              <a:rPr dirty="0" smtClean="0" baseline="2415" sz="1800" spc="0">
                <a:latin typeface="Times New Roman"/>
                <a:cs typeface="Times New Roman"/>
              </a:rPr>
              <a:t>t</a:t>
            </a:r>
            <a:r>
              <a:rPr dirty="0" smtClean="0" baseline="2415" sz="1800" spc="-4">
                <a:latin typeface="Times New Roman"/>
                <a:cs typeface="Times New Roman"/>
              </a:rPr>
              <a:t>u</a:t>
            </a:r>
            <a:r>
              <a:rPr dirty="0" smtClean="0" baseline="2415" sz="1800" spc="0">
                <a:latin typeface="Times New Roman"/>
                <a:cs typeface="Times New Roman"/>
              </a:rPr>
              <a:t>l</a:t>
            </a:r>
            <a:r>
              <a:rPr dirty="0" smtClean="0" baseline="2415" sz="1800" spc="4">
                <a:latin typeface="Times New Roman"/>
                <a:cs typeface="Times New Roman"/>
              </a:rPr>
              <a:t>o</a:t>
            </a:r>
            <a:r>
              <a:rPr dirty="0" smtClean="0" baseline="2415" sz="1800" spc="0">
                <a:latin typeface="Times New Roman"/>
                <a:cs typeface="Times New Roman"/>
              </a:rPr>
              <a:t>:</a:t>
            </a:r>
            <a:r>
              <a:rPr dirty="0" smtClean="0" baseline="2415" sz="1800" spc="-4">
                <a:latin typeface="Times New Roman"/>
                <a:cs typeface="Times New Roman"/>
              </a:rPr>
              <a:t>2</a:t>
            </a:r>
            <a:r>
              <a:rPr dirty="0" smtClean="0" baseline="2415" sz="1800" spc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16647" y="2755700"/>
            <a:ext cx="911846" cy="1788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75"/>
              </a:lnSpc>
              <a:spcBef>
                <a:spcPts val="68"/>
              </a:spcBef>
            </a:pPr>
            <a:r>
              <a:rPr dirty="0" smtClean="0" baseline="2088" sz="1800" spc="0">
                <a:latin typeface="Segoe UI Symbol"/>
                <a:cs typeface="Segoe UI Symbol"/>
              </a:rPr>
              <a:t>➢</a:t>
            </a:r>
            <a:r>
              <a:rPr dirty="0" smtClean="0" baseline="2088" sz="1800" spc="257">
                <a:latin typeface="Segoe UI Symbol"/>
                <a:cs typeface="Segoe UI Symbol"/>
              </a:rPr>
              <a:t> </a:t>
            </a:r>
            <a:r>
              <a:rPr dirty="0" smtClean="0" baseline="2415" sz="1800" spc="0">
                <a:latin typeface="Times New Roman"/>
                <a:cs typeface="Times New Roman"/>
              </a:rPr>
              <a:t>Co</a:t>
            </a:r>
            <a:r>
              <a:rPr dirty="0" smtClean="0" baseline="2415" sz="1800" spc="-4">
                <a:latin typeface="Times New Roman"/>
                <a:cs typeface="Times New Roman"/>
              </a:rPr>
              <a:t>m</a:t>
            </a:r>
            <a:r>
              <a:rPr dirty="0" smtClean="0" baseline="2415" sz="1800" spc="0">
                <a:latin typeface="Times New Roman"/>
                <a:cs typeface="Times New Roman"/>
              </a:rPr>
              <a:t>i</a:t>
            </a:r>
            <a:r>
              <a:rPr dirty="0" smtClean="0" baseline="2415" sz="1800" spc="-4">
                <a:latin typeface="Times New Roman"/>
                <a:cs typeface="Times New Roman"/>
              </a:rPr>
              <a:t>t</a:t>
            </a:r>
            <a:r>
              <a:rPr dirty="0" smtClean="0" baseline="2415" sz="1800" spc="4">
                <a:latin typeface="Times New Roman"/>
                <a:cs typeface="Times New Roman"/>
              </a:rPr>
              <a:t>é</a:t>
            </a:r>
            <a:r>
              <a:rPr dirty="0" smtClean="0" baseline="2415" sz="1800" spc="0">
                <a:latin typeface="Times New Roman"/>
                <a:cs typeface="Times New Roman"/>
              </a:rPr>
              <a:t>:</a:t>
            </a:r>
            <a:r>
              <a:rPr dirty="0" smtClean="0" baseline="2415" sz="1800" spc="-4">
                <a:latin typeface="Times New Roman"/>
                <a:cs typeface="Times New Roman"/>
              </a:rPr>
              <a:t>1</a:t>
            </a:r>
            <a:r>
              <a:rPr dirty="0" smtClean="0" baseline="2415" sz="1800" spc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16647" y="3159687"/>
            <a:ext cx="894168" cy="1788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75"/>
              </a:lnSpc>
              <a:spcBef>
                <a:spcPts val="68"/>
              </a:spcBef>
            </a:pPr>
            <a:r>
              <a:rPr dirty="0" smtClean="0" baseline="2088" sz="1800" spc="0">
                <a:latin typeface="Segoe UI Symbol"/>
                <a:cs typeface="Segoe UI Symbol"/>
              </a:rPr>
              <a:t>➢</a:t>
            </a:r>
            <a:r>
              <a:rPr dirty="0" smtClean="0" baseline="2088" sz="1800" spc="257">
                <a:latin typeface="Segoe UI Symbol"/>
                <a:cs typeface="Segoe UI Symbol"/>
              </a:rPr>
              <a:t> </a:t>
            </a:r>
            <a:r>
              <a:rPr dirty="0" smtClean="0" baseline="2415" sz="1800" spc="0">
                <a:latin typeface="Times New Roman"/>
                <a:cs typeface="Times New Roman"/>
              </a:rPr>
              <a:t>Tóp</a:t>
            </a:r>
            <a:r>
              <a:rPr dirty="0" smtClean="0" baseline="2415" sz="1800" spc="-4">
                <a:latin typeface="Times New Roman"/>
                <a:cs typeface="Times New Roman"/>
              </a:rPr>
              <a:t>i</a:t>
            </a:r>
            <a:r>
              <a:rPr dirty="0" smtClean="0" baseline="2415" sz="1800" spc="0">
                <a:latin typeface="Times New Roman"/>
                <a:cs typeface="Times New Roman"/>
              </a:rPr>
              <a:t>co</a:t>
            </a:r>
            <a:r>
              <a:rPr dirty="0" smtClean="0" baseline="2415" sz="1800" spc="-4">
                <a:latin typeface="Times New Roman"/>
                <a:cs typeface="Times New Roman"/>
              </a:rPr>
              <a:t>:</a:t>
            </a:r>
            <a:r>
              <a:rPr dirty="0" smtClean="0" baseline="2415" sz="1800" spc="0">
                <a:latin typeface="Times New Roman"/>
                <a:cs typeface="Times New Roman"/>
              </a:rPr>
              <a:t>16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16647" y="3563801"/>
            <a:ext cx="962595" cy="1788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75"/>
              </a:lnSpc>
              <a:spcBef>
                <a:spcPts val="68"/>
              </a:spcBef>
            </a:pPr>
            <a:r>
              <a:rPr dirty="0" smtClean="0" baseline="2088" sz="1800" spc="0">
                <a:latin typeface="Segoe UI Symbol"/>
                <a:cs typeface="Segoe UI Symbol"/>
              </a:rPr>
              <a:t>➢</a:t>
            </a:r>
            <a:r>
              <a:rPr dirty="0" smtClean="0" baseline="2088" sz="1800" spc="257">
                <a:latin typeface="Segoe UI Symbol"/>
                <a:cs typeface="Segoe UI Symbol"/>
              </a:rPr>
              <a:t> </a:t>
            </a:r>
            <a:r>
              <a:rPr dirty="0" smtClean="0" baseline="2415" sz="1800" spc="0">
                <a:latin typeface="Times New Roman"/>
                <a:cs typeface="Times New Roman"/>
              </a:rPr>
              <a:t>No</a:t>
            </a:r>
            <a:r>
              <a:rPr dirty="0" smtClean="0" baseline="2415" sz="1800" spc="-9">
                <a:latin typeface="Times New Roman"/>
                <a:cs typeface="Times New Roman"/>
              </a:rPr>
              <a:t>m</a:t>
            </a:r>
            <a:r>
              <a:rPr dirty="0" smtClean="0" baseline="2415" sz="1800" spc="0">
                <a:latin typeface="Times New Roman"/>
                <a:cs typeface="Times New Roman"/>
              </a:rPr>
              <a:t>br</a:t>
            </a:r>
            <a:r>
              <a:rPr dirty="0" smtClean="0" baseline="2415" sz="1800" spc="4">
                <a:latin typeface="Times New Roman"/>
                <a:cs typeface="Times New Roman"/>
              </a:rPr>
              <a:t>e</a:t>
            </a:r>
            <a:r>
              <a:rPr dirty="0" smtClean="0" baseline="2415" sz="1800" spc="0">
                <a:latin typeface="Times New Roman"/>
                <a:cs typeface="Times New Roman"/>
              </a:rPr>
              <a:t>:</a:t>
            </a:r>
            <a:r>
              <a:rPr dirty="0" smtClean="0" baseline="2415" sz="1800" spc="-4">
                <a:latin typeface="Times New Roman"/>
                <a:cs typeface="Times New Roman"/>
              </a:rPr>
              <a:t>1</a:t>
            </a:r>
            <a:r>
              <a:rPr dirty="0" smtClean="0" baseline="2415" sz="1800" spc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6647" y="3967661"/>
            <a:ext cx="1532724" cy="1788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75"/>
              </a:lnSpc>
              <a:spcBef>
                <a:spcPts val="68"/>
              </a:spcBef>
            </a:pPr>
            <a:r>
              <a:rPr dirty="0" smtClean="0" baseline="2088" sz="1800" spc="0">
                <a:latin typeface="Segoe UI Symbol"/>
                <a:cs typeface="Segoe UI Symbol"/>
              </a:rPr>
              <a:t>➢</a:t>
            </a:r>
            <a:r>
              <a:rPr dirty="0" smtClean="0" baseline="2088" sz="1800" spc="257">
                <a:latin typeface="Segoe UI Symbol"/>
                <a:cs typeface="Segoe UI Symbol"/>
              </a:rPr>
              <a:t> </a:t>
            </a:r>
            <a:r>
              <a:rPr dirty="0" smtClean="0" baseline="2415" sz="1800" spc="0">
                <a:latin typeface="Times New Roman"/>
                <a:cs typeface="Times New Roman"/>
              </a:rPr>
              <a:t>Unidad</a:t>
            </a:r>
            <a:r>
              <a:rPr dirty="0" smtClean="0" baseline="2415" sz="1800" spc="0">
                <a:latin typeface="Times New Roman"/>
                <a:cs typeface="Times New Roman"/>
              </a:rPr>
              <a:t> </a:t>
            </a:r>
            <a:r>
              <a:rPr dirty="0" smtClean="0" baseline="2415" sz="1800" spc="-4">
                <a:latin typeface="Times New Roman"/>
                <a:cs typeface="Times New Roman"/>
              </a:rPr>
              <a:t>e</a:t>
            </a:r>
            <a:r>
              <a:rPr dirty="0" smtClean="0" baseline="2415" sz="1800" spc="0">
                <a:latin typeface="Times New Roman"/>
                <a:cs typeface="Times New Roman"/>
              </a:rPr>
              <a:t>duc</a:t>
            </a:r>
            <a:r>
              <a:rPr dirty="0" smtClean="0" baseline="2415" sz="1800" spc="-4">
                <a:latin typeface="Times New Roman"/>
                <a:cs typeface="Times New Roman"/>
              </a:rPr>
              <a:t>a</a:t>
            </a:r>
            <a:r>
              <a:rPr dirty="0" smtClean="0" baseline="2415" sz="1800" spc="4">
                <a:latin typeface="Times New Roman"/>
                <a:cs typeface="Times New Roman"/>
              </a:rPr>
              <a:t>t</a:t>
            </a:r>
            <a:r>
              <a:rPr dirty="0" smtClean="0" baseline="2415" sz="1800" spc="0">
                <a:latin typeface="Times New Roman"/>
                <a:cs typeface="Times New Roman"/>
              </a:rPr>
              <a:t>i</a:t>
            </a:r>
            <a:r>
              <a:rPr dirty="0" smtClean="0" baseline="2415" sz="1800" spc="-4">
                <a:latin typeface="Times New Roman"/>
                <a:cs typeface="Times New Roman"/>
              </a:rPr>
              <a:t>v</a:t>
            </a:r>
            <a:r>
              <a:rPr dirty="0" smtClean="0" baseline="2415" sz="1800" spc="0">
                <a:latin typeface="Times New Roman"/>
                <a:cs typeface="Times New Roman"/>
              </a:rPr>
              <a:t>a</a:t>
            </a:r>
            <a:r>
              <a:rPr dirty="0" smtClean="0" baseline="2415" sz="1800" spc="-4">
                <a:latin typeface="Times New Roman"/>
                <a:cs typeface="Times New Roman"/>
              </a:rPr>
              <a:t>:</a:t>
            </a:r>
            <a:r>
              <a:rPr dirty="0" smtClean="0" baseline="2415" sz="1800" spc="0">
                <a:latin typeface="Times New Roman"/>
                <a:cs typeface="Times New Roman"/>
              </a:rPr>
              <a:t>16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16647" y="4348402"/>
            <a:ext cx="10160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•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37564" y="4348402"/>
            <a:ext cx="792124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 b="1">
                <a:latin typeface="Times New Roman"/>
                <a:cs typeface="Times New Roman"/>
              </a:rPr>
              <a:t>Pos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c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ón:11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6647" y="4710352"/>
            <a:ext cx="4975504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super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or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b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z</a:t>
            </a:r>
            <a:r>
              <a:rPr dirty="0" smtClean="0" sz="1200" spc="0">
                <a:latin typeface="Times New Roman"/>
                <a:cs typeface="Times New Roman"/>
              </a:rPr>
              <a:t>ado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pág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end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g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6647" y="5072713"/>
            <a:ext cx="5766521" cy="35994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41236" marR="13586">
              <a:lnSpc>
                <a:spcPts val="1330"/>
              </a:lnSpc>
              <a:spcBef>
                <a:spcPts val="66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r>
              <a:rPr dirty="0" smtClean="0" sz="1200" spc="0">
                <a:latin typeface="Arial"/>
                <a:cs typeface="Arial"/>
              </a:rPr>
              <a:t>   </a:t>
            </a:r>
            <a:r>
              <a:rPr dirty="0" smtClean="0" sz="1200" spc="49">
                <a:latin typeface="Arial"/>
                <a:cs typeface="Arial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Parte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superior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zq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ierda: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Logo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of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ev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o.</a:t>
            </a:r>
            <a:endParaRPr sz="1200">
              <a:latin typeface="Times New Roman"/>
              <a:cs typeface="Times New Roman"/>
            </a:endParaRPr>
          </a:p>
          <a:p>
            <a:pPr marL="241236" marR="13586">
              <a:lnSpc>
                <a:spcPct val="95825"/>
              </a:lnSpc>
              <a:spcBef>
                <a:spcPts val="628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r>
              <a:rPr dirty="0" smtClean="0" sz="1200" spc="0">
                <a:latin typeface="Arial"/>
                <a:cs typeface="Arial"/>
              </a:rPr>
              <a:t>   </a:t>
            </a:r>
            <a:r>
              <a:rPr dirty="0" smtClean="0" sz="1200" spc="49">
                <a:latin typeface="Arial"/>
                <a:cs typeface="Arial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Parte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superior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h</a:t>
            </a:r>
            <a:r>
              <a:rPr dirty="0" smtClean="0" sz="1200" spc="0">
                <a:latin typeface="Times New Roman"/>
                <a:cs typeface="Times New Roman"/>
              </a:rPr>
              <a:t>a: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Logo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CINU</a:t>
            </a:r>
            <a:endParaRPr sz="1200">
              <a:latin typeface="Times New Roman"/>
              <a:cs typeface="Times New Roman"/>
            </a:endParaRPr>
          </a:p>
          <a:p>
            <a:pPr marL="241236" marR="13586">
              <a:lnSpc>
                <a:spcPct val="95825"/>
              </a:lnSpc>
              <a:spcBef>
                <a:spcPts val="694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r>
              <a:rPr dirty="0" smtClean="0" sz="1200" spc="0">
                <a:latin typeface="Arial"/>
                <a:cs typeface="Arial"/>
              </a:rPr>
              <a:t>   </a:t>
            </a:r>
            <a:r>
              <a:rPr dirty="0" smtClean="0" sz="1200" spc="49">
                <a:latin typeface="Arial"/>
                <a:cs typeface="Arial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Parte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superior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tral: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bre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ev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9">
                <a:latin typeface="Times New Roman"/>
                <a:cs typeface="Times New Roman"/>
              </a:rPr>
              <a:t>g</a:t>
            </a:r>
            <a:r>
              <a:rPr dirty="0" smtClean="0" sz="1200" spc="0">
                <a:latin typeface="Times New Roman"/>
                <a:cs typeface="Times New Roman"/>
              </a:rPr>
              <a:t>ar.</a:t>
            </a:r>
            <a:endParaRPr sz="1200">
              <a:latin typeface="Times New Roman"/>
              <a:cs typeface="Times New Roman"/>
            </a:endParaRPr>
          </a:p>
          <a:p>
            <a:pPr marL="469836" marR="33629" indent="-228600">
              <a:lnSpc>
                <a:spcPts val="1393"/>
              </a:lnSpc>
              <a:spcBef>
                <a:spcPts val="684"/>
              </a:spcBef>
              <a:tabLst>
                <a:tab pos="457200" algn="l"/>
              </a:tabLst>
            </a:pPr>
            <a:r>
              <a:rPr dirty="0" smtClean="0" sz="1200" spc="0">
                <a:latin typeface="Arial"/>
                <a:cs typeface="Arial"/>
              </a:rPr>
              <a:t>•	</a:t>
            </a:r>
            <a:r>
              <a:rPr dirty="0" smtClean="0" sz="1200" spc="0">
                <a:latin typeface="Times New Roman"/>
                <a:cs typeface="Times New Roman"/>
              </a:rPr>
              <a:t>Parte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nfer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ab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z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: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í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ea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hori</a:t>
            </a:r>
            <a:r>
              <a:rPr dirty="0" smtClean="0" sz="1200" spc="-4">
                <a:latin typeface="Times New Roman"/>
                <a:cs typeface="Times New Roman"/>
              </a:rPr>
              <a:t>z</a:t>
            </a:r>
            <a:r>
              <a:rPr dirty="0" smtClean="0" sz="1200" spc="0">
                <a:latin typeface="Times New Roman"/>
                <a:cs typeface="Times New Roman"/>
              </a:rPr>
              <a:t>on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v</a:t>
            </a:r>
            <a:r>
              <a:rPr dirty="0" smtClean="0" sz="1200" spc="0">
                <a:latin typeface="Times New Roman"/>
                <a:cs typeface="Times New Roman"/>
              </a:rPr>
              <a:t>isora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b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z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469836" marR="33629">
              <a:lnSpc>
                <a:spcPts val="1379"/>
              </a:lnSpc>
              <a:spcBef>
                <a:spcPts val="696"/>
              </a:spcBef>
              <a:tabLst>
                <a:tab pos="457200" algn="l"/>
              </a:tabLst>
            </a:pP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x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469836" marR="9855" indent="-228600">
              <a:lnSpc>
                <a:spcPts val="1393"/>
              </a:lnSpc>
              <a:spcBef>
                <a:spcPts val="719"/>
              </a:spcBef>
              <a:tabLst>
                <a:tab pos="457200" algn="l"/>
              </a:tabLst>
            </a:pPr>
            <a:r>
              <a:rPr dirty="0" smtClean="0" sz="1200" spc="0">
                <a:latin typeface="Arial"/>
                <a:cs typeface="Arial"/>
              </a:rPr>
              <a:t>•	</a:t>
            </a:r>
            <a:r>
              <a:rPr dirty="0" smtClean="0" sz="1200" spc="0">
                <a:latin typeface="Times New Roman"/>
                <a:cs typeface="Times New Roman"/>
              </a:rPr>
              <a:t>Parte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: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Ma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ca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gua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go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ev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to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rá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469836" marR="9855">
              <a:lnSpc>
                <a:spcPts val="1379"/>
              </a:lnSpc>
              <a:spcBef>
                <a:spcPts val="685"/>
              </a:spcBef>
              <a:tabLst>
                <a:tab pos="457200" algn="l"/>
              </a:tabLst>
            </a:pP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pos</a:t>
            </a:r>
            <a:r>
              <a:rPr dirty="0" smtClean="0" sz="1200" spc="9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ofi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ial.</a:t>
            </a:r>
            <a:endParaRPr sz="1200">
              <a:latin typeface="Times New Roman"/>
              <a:cs typeface="Times New Roman"/>
            </a:endParaRPr>
          </a:p>
          <a:p>
            <a:pPr marL="12700" marR="261556">
              <a:lnSpc>
                <a:spcPts val="1392"/>
              </a:lnSpc>
              <a:spcBef>
                <a:spcPts val="723"/>
              </a:spcBef>
            </a:pPr>
            <a:r>
              <a:rPr dirty="0" smtClean="0" sz="1200" spc="-4" b="1">
                <a:latin typeface="Times New Roman"/>
                <a:cs typeface="Times New Roman"/>
              </a:rPr>
              <a:t>H</a:t>
            </a:r>
            <a:r>
              <a:rPr dirty="0" smtClean="0" sz="1200" spc="0" b="1">
                <a:latin typeface="Times New Roman"/>
                <a:cs typeface="Times New Roman"/>
              </a:rPr>
              <a:t>ojas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de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trabajo/Hoja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4" b="1">
                <a:latin typeface="Times New Roman"/>
                <a:cs typeface="Times New Roman"/>
              </a:rPr>
              <a:t>d</a:t>
            </a:r>
            <a:r>
              <a:rPr dirty="0" smtClean="0" sz="1200" spc="0" b="1">
                <a:latin typeface="Times New Roman"/>
                <a:cs typeface="Times New Roman"/>
              </a:rPr>
              <a:t>e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-4" b="1">
                <a:latin typeface="Times New Roman"/>
                <a:cs typeface="Times New Roman"/>
              </a:rPr>
              <a:t>r</a:t>
            </a:r>
            <a:r>
              <a:rPr dirty="0" smtClean="0" sz="1200" spc="4" b="1">
                <a:latin typeface="Times New Roman"/>
                <a:cs typeface="Times New Roman"/>
              </a:rPr>
              <a:t>u</a:t>
            </a:r>
            <a:r>
              <a:rPr dirty="0" smtClean="0" sz="1200" spc="0" b="1">
                <a:latin typeface="Times New Roman"/>
                <a:cs typeface="Times New Roman"/>
              </a:rPr>
              <a:t>ta:</a:t>
            </a:r>
            <a:r>
              <a:rPr dirty="0" smtClean="0" sz="1200" spc="-19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hoja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rab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j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f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ial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q</a:t>
            </a:r>
            <a:r>
              <a:rPr dirty="0" smtClean="0" sz="1200" spc="0">
                <a:latin typeface="Times New Roman"/>
                <a:cs typeface="Times New Roman"/>
              </a:rPr>
              <a:t>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261556">
              <a:lnSpc>
                <a:spcPts val="1379"/>
              </a:lnSpc>
              <a:spcBef>
                <a:spcPts val="692"/>
              </a:spcBef>
            </a:pP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solu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b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sin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rm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to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espe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íf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co.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261556">
              <a:lnSpc>
                <a:spcPts val="1379"/>
              </a:lnSpc>
              <a:spcBef>
                <a:spcPts val="685"/>
              </a:spcBef>
            </a:pPr>
            <a:r>
              <a:rPr dirty="0" smtClean="0" sz="1200" spc="0">
                <a:latin typeface="Times New Roman"/>
                <a:cs typeface="Times New Roman"/>
              </a:rPr>
              <a:t>ne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esar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fi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ngún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iendo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sólo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esar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fi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esid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e.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ts val="1379"/>
              </a:lnSpc>
              <a:spcBef>
                <a:spcPts val="710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debe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presen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dur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Cau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us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ode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pid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endo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esa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po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espe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ial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ura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sta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hoja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rab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j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ro;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post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rior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esto,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pu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on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deb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stá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era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ord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ref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irse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sobre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Ho</a:t>
            </a:r>
            <a:r>
              <a:rPr dirty="0" smtClean="0" sz="1200" spc="9">
                <a:latin typeface="Times New Roman"/>
                <a:cs typeface="Times New Roman"/>
              </a:rPr>
              <a:t>j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rab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j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é</a:t>
            </a:r>
            <a:r>
              <a:rPr dirty="0" smtClean="0" sz="1200" spc="19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ta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endParaRPr sz="1200">
              <a:latin typeface="Times New Roman"/>
              <a:cs typeface="Times New Roman"/>
            </a:endParaRPr>
          </a:p>
          <a:p>
            <a:pPr marL="12700" marR="13586">
              <a:lnSpc>
                <a:spcPct val="95825"/>
              </a:lnSpc>
              <a:spcBef>
                <a:spcPts val="714"/>
              </a:spcBef>
            </a:pPr>
            <a:r>
              <a:rPr dirty="0" smtClean="0" sz="1200" spc="0">
                <a:latin typeface="Times New Roman"/>
                <a:cs typeface="Times New Roman"/>
              </a:rPr>
              <a:t>ha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sent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foro.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8047" y="6917007"/>
            <a:ext cx="176072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4">
                <a:latin typeface="Arial"/>
                <a:cs typeface="Arial"/>
              </a:rPr>
              <a:t>2.</a:t>
            </a:r>
            <a:endParaRPr sz="12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63600" y="1085215"/>
            <a:ext cx="600837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/>
          <p:nvPr/>
        </p:nvSpPr>
        <p:spPr>
          <a:xfrm>
            <a:off x="863600" y="1224915"/>
            <a:ext cx="6008370" cy="0"/>
          </a:xfrm>
          <a:custGeom>
            <a:avLst/>
            <a:gdLst/>
            <a:ahLst/>
            <a:cxnLst/>
            <a:rect l="l" t="t" r="r" b="b"/>
            <a:pathLst>
              <a:path w="6008370" h="0">
                <a:moveTo>
                  <a:pt x="0" y="0"/>
                </a:moveTo>
                <a:lnTo>
                  <a:pt x="600837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615432" y="437490"/>
            <a:ext cx="1261333" cy="508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985"/>
              </a:lnSpc>
              <a:spcBef>
                <a:spcPts val="199"/>
              </a:spcBef>
            </a:pPr>
            <a:r>
              <a:rPr dirty="0" smtClean="0" sz="3800" b="1" i="1">
                <a:latin typeface="Arial"/>
                <a:cs typeface="Arial"/>
              </a:rPr>
              <a:t>ctJn</a:t>
            </a:r>
            <a:r>
              <a:rPr dirty="0" smtClean="0" sz="3800" spc="-869" b="1" i="1">
                <a:latin typeface="Arial"/>
                <a:cs typeface="Arial"/>
              </a:rPr>
              <a:t>u</a:t>
            </a:r>
            <a:r>
              <a:rPr dirty="0" smtClean="0" sz="3800" spc="0" b="1" i="1">
                <a:solidFill>
                  <a:srgbClr val="66A0C3"/>
                </a:solidFill>
                <a:latin typeface="Arial"/>
                <a:cs typeface="Arial"/>
              </a:rPr>
              <a:t>e</a:t>
            </a:r>
            <a:endParaRPr sz="3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49905" y="588449"/>
            <a:ext cx="1673225" cy="5089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530"/>
              </a:lnSpc>
              <a:spcBef>
                <a:spcPts val="76"/>
              </a:spcBef>
            </a:pPr>
            <a:r>
              <a:rPr dirty="0" smtClean="0" sz="1400" spc="0" b="1">
                <a:latin typeface="Times New Roman"/>
                <a:cs typeface="Times New Roman"/>
              </a:rPr>
              <a:t>CHR</a:t>
            </a:r>
            <a:r>
              <a:rPr dirty="0" smtClean="0" sz="1400" spc="-4" b="1">
                <a:latin typeface="Times New Roman"/>
                <a:cs typeface="Times New Roman"/>
              </a:rPr>
              <a:t>I</a:t>
            </a:r>
            <a:r>
              <a:rPr dirty="0" smtClean="0" sz="1400" spc="0" b="1">
                <a:latin typeface="Times New Roman"/>
                <a:cs typeface="Times New Roman"/>
              </a:rPr>
              <a:t>STA</a:t>
            </a:r>
            <a:r>
              <a:rPr dirty="0" smtClean="0" sz="1400" spc="-4" b="1">
                <a:latin typeface="Times New Roman"/>
                <a:cs typeface="Times New Roman"/>
              </a:rPr>
              <a:t>M</a:t>
            </a:r>
            <a:r>
              <a:rPr dirty="0" smtClean="0" sz="1400" spc="0" b="1">
                <a:latin typeface="Times New Roman"/>
                <a:cs typeface="Times New Roman"/>
              </a:rPr>
              <a:t>UN</a:t>
            </a:r>
            <a:r>
              <a:rPr dirty="0" smtClean="0" sz="1400" spc="9" b="1">
                <a:latin typeface="Times New Roman"/>
                <a:cs typeface="Times New Roman"/>
              </a:rPr>
              <a:t> </a:t>
            </a:r>
            <a:r>
              <a:rPr dirty="0" smtClean="0" sz="1400" spc="0" b="1">
                <a:latin typeface="Times New Roman"/>
                <a:cs typeface="Times New Roman"/>
              </a:rPr>
              <a:t>2026</a:t>
            </a:r>
            <a:endParaRPr sz="1400">
              <a:latin typeface="Times New Roman"/>
              <a:cs typeface="Times New Roman"/>
            </a:endParaRPr>
          </a:p>
          <a:p>
            <a:pPr marL="92686" marR="107025" algn="ctr">
              <a:lnSpc>
                <a:spcPct val="101725"/>
              </a:lnSpc>
              <a:spcBef>
                <a:spcPts val="858"/>
              </a:spcBef>
            </a:pP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T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r</a:t>
            </a:r>
            <a:r>
              <a:rPr dirty="0" smtClean="0" sz="1200" spc="4">
                <a:solidFill>
                  <a:srgbClr val="313D4F"/>
                </a:solidFill>
                <a:latin typeface="Calibri"/>
                <a:cs typeface="Calibri"/>
              </a:rPr>
              <a:t>i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nid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a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d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-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B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eni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-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B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o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li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v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ia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83428" y="885674"/>
            <a:ext cx="1249693" cy="1020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dirty="0" smtClean="0" sz="600" i="1">
                <a:solidFill>
                  <a:srgbClr val="66A0C3"/>
                </a:solidFill>
                <a:latin typeface="Arial"/>
                <a:cs typeface="Arial"/>
              </a:rPr>
              <a:t>C</a:t>
            </a:r>
            <a:r>
              <a:rPr dirty="0" smtClean="0" sz="600" i="1">
                <a:solidFill>
                  <a:srgbClr val="7CACCD"/>
                </a:solidFill>
                <a:latin typeface="Arial"/>
                <a:cs typeface="Arial"/>
              </a:rPr>
              <a:t>enlr</a:t>
            </a:r>
            <a:r>
              <a:rPr dirty="0" smtClean="0" sz="600" spc="14" i="1">
                <a:solidFill>
                  <a:srgbClr val="66A0C3"/>
                </a:solidFill>
                <a:latin typeface="Arial"/>
                <a:cs typeface="Arial"/>
              </a:rPr>
              <a:t>o</a:t>
            </a:r>
            <a:r>
              <a:rPr dirty="0" smtClean="0" sz="600" spc="0" i="1">
                <a:solidFill>
                  <a:srgbClr val="66A0C3"/>
                </a:solidFill>
                <a:latin typeface="Times New Roman"/>
                <a:cs typeface="Times New Roman"/>
              </a:rPr>
              <a:t>de</a:t>
            </a:r>
            <a:r>
              <a:rPr dirty="0" smtClean="0" sz="600" spc="-84" i="1">
                <a:solidFill>
                  <a:srgbClr val="66A0C3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Inform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ció</a:t>
            </a:r>
            <a:r>
              <a:rPr dirty="0" smtClean="0" sz="600" spc="-18" i="1">
                <a:solidFill>
                  <a:srgbClr val="7CACCD"/>
                </a:solidFill>
                <a:latin typeface="Arial"/>
                <a:cs typeface="Arial"/>
              </a:rPr>
              <a:t>n</a:t>
            </a:r>
            <a:r>
              <a:rPr dirty="0" smtClean="0" sz="600" spc="0" i="1">
                <a:solidFill>
                  <a:srgbClr val="66A0C3"/>
                </a:solidFill>
                <a:latin typeface="Times New Roman"/>
                <a:cs typeface="Times New Roman"/>
              </a:rPr>
              <a:t>de</a:t>
            </a:r>
            <a:r>
              <a:rPr dirty="0" smtClean="0" sz="600" spc="7" i="1">
                <a:solidFill>
                  <a:srgbClr val="66A0C3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N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cione</a:t>
            </a:r>
            <a:r>
              <a:rPr dirty="0" smtClean="0" sz="600" spc="25" i="1">
                <a:solidFill>
                  <a:srgbClr val="7CACCD"/>
                </a:solidFill>
                <a:latin typeface="Arial"/>
                <a:cs typeface="Arial"/>
              </a:rPr>
              <a:t>s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Un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ida</a:t>
            </a:r>
            <a:r>
              <a:rPr dirty="0" smtClean="0" sz="600" spc="-29" i="1">
                <a:solidFill>
                  <a:srgbClr val="7CACCD"/>
                </a:solidFill>
                <a:latin typeface="Arial"/>
                <a:cs typeface="Arial"/>
              </a:rPr>
              <a:t>s</a:t>
            </a:r>
            <a:r>
              <a:rPr dirty="0" smtClean="0" sz="600" spc="0" i="1">
                <a:solidFill>
                  <a:srgbClr val="2F85BA"/>
                </a:solidFill>
                <a:latin typeface="Arial"/>
                <a:cs typeface="Arial"/>
              </a:rPr>
              <a:t>B</a:t>
            </a:r>
            <a:r>
              <a:rPr dirty="0" smtClean="0" sz="600" spc="0" i="1">
                <a:solidFill>
                  <a:srgbClr val="508CB3"/>
                </a:solidFill>
                <a:latin typeface="Arial"/>
                <a:cs typeface="Arial"/>
              </a:rPr>
              <a:t>o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li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vi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8047" y="1242139"/>
            <a:ext cx="176072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4">
                <a:latin typeface="Arial"/>
                <a:cs typeface="Arial"/>
              </a:rPr>
              <a:t>3.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16647" y="1242998"/>
            <a:ext cx="5741489" cy="30685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13586">
              <a:lnSpc>
                <a:spcPts val="1325"/>
              </a:lnSpc>
              <a:spcBef>
                <a:spcPts val="66"/>
              </a:spcBef>
            </a:pPr>
            <a:r>
              <a:rPr dirty="0" smtClean="0" sz="1200" spc="0" b="1">
                <a:latin typeface="Times New Roman"/>
                <a:cs typeface="Times New Roman"/>
              </a:rPr>
              <a:t>A</a:t>
            </a:r>
            <a:r>
              <a:rPr dirty="0" smtClean="0" sz="1200" spc="4" b="1">
                <a:latin typeface="Times New Roman"/>
                <a:cs typeface="Times New Roman"/>
              </a:rPr>
              <a:t>n</a:t>
            </a:r>
            <a:r>
              <a:rPr dirty="0" smtClean="0" sz="1200" spc="0" b="1">
                <a:latin typeface="Times New Roman"/>
                <a:cs typeface="Times New Roman"/>
              </a:rPr>
              <a:t>tepro</a:t>
            </a:r>
            <a:r>
              <a:rPr dirty="0" smtClean="0" sz="1200" spc="4" b="1">
                <a:latin typeface="Times New Roman"/>
                <a:cs typeface="Times New Roman"/>
              </a:rPr>
              <a:t>y</a:t>
            </a:r>
            <a:r>
              <a:rPr dirty="0" smtClean="0" sz="1200" spc="0" b="1">
                <a:latin typeface="Times New Roman"/>
                <a:cs typeface="Times New Roman"/>
              </a:rPr>
              <a:t>e</a:t>
            </a:r>
            <a:r>
              <a:rPr dirty="0" smtClean="0" sz="1200" spc="-4" b="1">
                <a:latin typeface="Times New Roman"/>
                <a:cs typeface="Times New Roman"/>
              </a:rPr>
              <a:t>c</a:t>
            </a:r>
            <a:r>
              <a:rPr dirty="0" smtClean="0" sz="1200" spc="0" b="1">
                <a:latin typeface="Times New Roman"/>
                <a:cs typeface="Times New Roman"/>
              </a:rPr>
              <a:t>to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de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r</a:t>
            </a:r>
            <a:r>
              <a:rPr dirty="0" smtClean="0" sz="1200" spc="-4" b="1">
                <a:latin typeface="Times New Roman"/>
                <a:cs typeface="Times New Roman"/>
              </a:rPr>
              <a:t>e</a:t>
            </a:r>
            <a:r>
              <a:rPr dirty="0" smtClean="0" sz="1200" spc="0" b="1">
                <a:latin typeface="Times New Roman"/>
                <a:cs typeface="Times New Roman"/>
              </a:rPr>
              <a:t>soluc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ón:</a:t>
            </a:r>
            <a:r>
              <a:rPr dirty="0" smtClean="0" sz="1200" spc="-9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Todo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pr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to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sol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ción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debe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puest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al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612"/>
              </a:spcBef>
            </a:pPr>
            <a:r>
              <a:rPr dirty="0" smtClean="0" sz="1200" spc="0">
                <a:latin typeface="Times New Roman"/>
                <a:cs typeface="Times New Roman"/>
              </a:rPr>
              <a:t>proble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está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ra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ando.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fi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Antepr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soluc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ne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esar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ente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rle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ap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o,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so</a:t>
            </a:r>
            <a:r>
              <a:rPr dirty="0" smtClean="0" sz="1200" spc="9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</a:t>
            </a:r>
            <a:r>
              <a:rPr dirty="0" smtClean="0" sz="1200" spc="4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cr</a:t>
            </a:r>
            <a:r>
              <a:rPr dirty="0" smtClean="0" sz="1200" spc="9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ta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para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di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cu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14">
                <a:latin typeface="Times New Roman"/>
                <a:cs typeface="Times New Roman"/>
              </a:rPr>
              <a:t>a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der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chos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ni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ob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g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ones.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is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puede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presen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v</a:t>
            </a:r>
            <a:r>
              <a:rPr dirty="0" smtClean="0" sz="1200" spc="0">
                <a:latin typeface="Times New Roman"/>
                <a:cs typeface="Times New Roman"/>
              </a:rPr>
              <a:t>arios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ant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pr</a:t>
            </a:r>
            <a:r>
              <a:rPr dirty="0" smtClean="0" sz="1200" spc="19">
                <a:latin typeface="Times New Roman"/>
                <a:cs typeface="Times New Roman"/>
              </a:rPr>
              <a:t>o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esolu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para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óp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co,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ero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sólo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puede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aprob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óp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co.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ant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pr</a:t>
            </a:r>
            <a:r>
              <a:rPr dirty="0" smtClean="0" sz="1200" spc="19">
                <a:latin typeface="Times New Roman"/>
                <a:cs typeface="Times New Roman"/>
              </a:rPr>
              <a:t>o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esolu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deb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to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cu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9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ede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fuera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ord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abst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nerse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fi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arlas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consid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presen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rn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tivas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viab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para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is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to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stab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o.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uso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Int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g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if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(I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)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Ant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pr</a:t>
            </a:r>
            <a:r>
              <a:rPr dirty="0" smtClean="0" sz="1200" spc="19">
                <a:latin typeface="Times New Roman"/>
                <a:cs typeface="Times New Roman"/>
              </a:rPr>
              <a:t>o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Resolu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</a:t>
            </a:r>
            <a:r>
              <a:rPr dirty="0" smtClean="0" sz="1200" spc="-4">
                <a:latin typeface="Times New Roman"/>
                <a:cs typeface="Times New Roman"/>
              </a:rPr>
              <a:t>h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b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san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ada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odo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b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eg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nes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sido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íci</a:t>
            </a:r>
            <a:r>
              <a:rPr dirty="0" smtClean="0" sz="1200" spc="-4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sta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sol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ún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pue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red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du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esion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es,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aso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rar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Presid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endParaRPr sz="1200">
              <a:latin typeface="Times New Roman"/>
              <a:cs typeface="Times New Roman"/>
            </a:endParaRPr>
          </a:p>
          <a:p>
            <a:pPr marL="12700" marR="13586">
              <a:lnSpc>
                <a:spcPct val="95825"/>
              </a:lnSpc>
              <a:spcBef>
                <a:spcPts val="714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deb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ate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9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gados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fra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res.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88047" y="4495722"/>
            <a:ext cx="3406393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Cada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resolu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doc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v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-4">
                <a:latin typeface="Times New Roman"/>
                <a:cs typeface="Times New Roman"/>
              </a:rPr>
              <a:t>á</a:t>
            </a:r>
            <a:r>
              <a:rPr dirty="0" smtClean="0" sz="1200" spc="0">
                <a:latin typeface="Times New Roman"/>
                <a:cs typeface="Times New Roman"/>
              </a:rPr>
              <a:t>rrafos.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8047" y="4890692"/>
            <a:ext cx="5570473" cy="44068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Después</a:t>
            </a:r>
            <a:r>
              <a:rPr dirty="0" smtClean="0" sz="1200" spc="-2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2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-2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-2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9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cr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ba</a:t>
            </a:r>
            <a:r>
              <a:rPr dirty="0" smtClean="0" sz="1200" spc="-2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-2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bres</a:t>
            </a:r>
            <a:r>
              <a:rPr dirty="0" smtClean="0" sz="1200" spc="-2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2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-25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</a:t>
            </a:r>
            <a:r>
              <a:rPr dirty="0" smtClean="0" sz="1200" spc="-4">
                <a:latin typeface="Times New Roman"/>
                <a:cs typeface="Times New Roman"/>
              </a:rPr>
              <a:t>í</a:t>
            </a:r>
            <a:r>
              <a:rPr dirty="0" smtClean="0" sz="1200" spc="0">
                <a:latin typeface="Times New Roman"/>
                <a:cs typeface="Times New Roman"/>
              </a:rPr>
              <a:t>ses</a:t>
            </a:r>
            <a:r>
              <a:rPr dirty="0" smtClean="0" sz="1200" spc="-2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-2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la</a:t>
            </a:r>
            <a:r>
              <a:rPr dirty="0" smtClean="0" sz="1200" spc="-3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proponen,</a:t>
            </a:r>
            <a:r>
              <a:rPr dirty="0" smtClean="0" sz="1200" spc="-2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ésta</a:t>
            </a:r>
            <a:r>
              <a:rPr dirty="0" smtClean="0" sz="1200" spc="-3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debe</a:t>
            </a:r>
            <a:r>
              <a:rPr dirty="0" smtClean="0" sz="1200" spc="-3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</a:t>
            </a:r>
            <a:r>
              <a:rPr dirty="0" smtClean="0" sz="1200" spc="-2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v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da</a:t>
            </a:r>
            <a:endParaRPr sz="1200">
              <a:latin typeface="Times New Roman"/>
              <a:cs typeface="Times New Roman"/>
            </a:endParaRPr>
          </a:p>
          <a:p>
            <a:pPr marL="12700" marR="22860">
              <a:lnSpc>
                <a:spcPct val="95825"/>
              </a:lnSpc>
              <a:spcBef>
                <a:spcPts val="623"/>
              </a:spcBef>
            </a:pP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par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16647" y="5548963"/>
            <a:ext cx="10160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45184" y="5549822"/>
            <a:ext cx="5503136" cy="280708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13586">
              <a:lnSpc>
                <a:spcPts val="1325"/>
              </a:lnSpc>
              <a:spcBef>
                <a:spcPts val="66"/>
              </a:spcBef>
            </a:pPr>
            <a:r>
              <a:rPr dirty="0" smtClean="0" sz="1200" spc="0" b="1">
                <a:latin typeface="Times New Roman"/>
                <a:cs typeface="Times New Roman"/>
              </a:rPr>
              <a:t>Pa</a:t>
            </a:r>
            <a:r>
              <a:rPr dirty="0" smtClean="0" sz="1200" spc="-4" b="1">
                <a:latin typeface="Times New Roman"/>
                <a:cs typeface="Times New Roman"/>
              </a:rPr>
              <a:t>r</a:t>
            </a:r>
            <a:r>
              <a:rPr dirty="0" smtClean="0" sz="1200" spc="0" b="1">
                <a:latin typeface="Times New Roman"/>
                <a:cs typeface="Times New Roman"/>
              </a:rPr>
              <a:t>te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ntrod</a:t>
            </a:r>
            <a:r>
              <a:rPr dirty="0" smtClean="0" sz="1200" spc="4" b="1">
                <a:latin typeface="Times New Roman"/>
                <a:cs typeface="Times New Roman"/>
              </a:rPr>
              <a:t>u</a:t>
            </a:r>
            <a:r>
              <a:rPr dirty="0" smtClean="0" sz="1200" spc="0" b="1">
                <a:latin typeface="Times New Roman"/>
                <a:cs typeface="Times New Roman"/>
              </a:rPr>
              <a:t>cto</a:t>
            </a:r>
            <a:r>
              <a:rPr dirty="0" smtClean="0" sz="1200" spc="-4" b="1">
                <a:latin typeface="Times New Roman"/>
                <a:cs typeface="Times New Roman"/>
              </a:rPr>
              <a:t>r</a:t>
            </a:r>
            <a:r>
              <a:rPr dirty="0" smtClean="0" sz="1200" spc="0" b="1">
                <a:latin typeface="Times New Roman"/>
                <a:cs typeface="Times New Roman"/>
              </a:rPr>
              <a:t>i</a:t>
            </a:r>
            <a:r>
              <a:rPr dirty="0" smtClean="0" sz="1200" spc="4" b="1">
                <a:latin typeface="Times New Roman"/>
                <a:cs typeface="Times New Roman"/>
              </a:rPr>
              <a:t>a</a:t>
            </a:r>
            <a:r>
              <a:rPr dirty="0" smtClean="0" sz="1200" spc="0" b="1">
                <a:latin typeface="Times New Roman"/>
                <a:cs typeface="Times New Roman"/>
              </a:rPr>
              <a:t>:</a:t>
            </a:r>
            <a:r>
              <a:rPr dirty="0" smtClean="0" sz="1200" spc="4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j</a:t>
            </a:r>
            <a:r>
              <a:rPr dirty="0" smtClean="0" sz="1200" spc="0">
                <a:latin typeface="Times New Roman"/>
                <a:cs typeface="Times New Roman"/>
              </a:rPr>
              <a:t>ust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fi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ac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nes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ar,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623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deno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ando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ones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au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ori</a:t>
            </a:r>
            <a:r>
              <a:rPr dirty="0" smtClean="0" sz="1200" spc="-4">
                <a:latin typeface="Times New Roman"/>
                <a:cs typeface="Times New Roman"/>
              </a:rPr>
              <a:t>z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na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nes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das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ref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ri</a:t>
            </a:r>
            <a:r>
              <a:rPr dirty="0" smtClean="0" sz="1200" spc="-4">
                <a:latin typeface="Times New Roman"/>
                <a:cs typeface="Times New Roman"/>
              </a:rPr>
              <a:t>é</a:t>
            </a:r>
            <a:r>
              <a:rPr dirty="0" smtClean="0" sz="1200" spc="0">
                <a:latin typeface="Times New Roman"/>
                <a:cs typeface="Times New Roman"/>
              </a:rPr>
              <a:t>ndose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691"/>
              </a:spcBef>
            </a:pPr>
            <a:r>
              <a:rPr dirty="0" smtClean="0" sz="1200" spc="0">
                <a:latin typeface="Times New Roman"/>
                <a:cs typeface="Times New Roman"/>
              </a:rPr>
              <a:t>resolu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nes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aprob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z</a:t>
            </a: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ra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propósi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9"/>
              </a:lnSpc>
              <a:spcBef>
                <a:spcPts val="691"/>
              </a:spcBef>
            </a:pP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ob</a:t>
            </a:r>
            <a:r>
              <a:rPr dirty="0" smtClean="0" sz="1200" spc="4">
                <a:latin typeface="Times New Roman"/>
                <a:cs typeface="Times New Roman"/>
              </a:rPr>
              <a:t>j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v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para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ad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 marR="168148">
              <a:lnSpc>
                <a:spcPts val="1392"/>
              </a:lnSpc>
              <a:spcBef>
                <a:spcPts val="726"/>
              </a:spcBef>
            </a:pPr>
            <a:r>
              <a:rPr dirty="0" smtClean="0" sz="1200" spc="0" b="1">
                <a:latin typeface="Times New Roman"/>
                <a:cs typeface="Times New Roman"/>
              </a:rPr>
              <a:t>Pa</a:t>
            </a:r>
            <a:r>
              <a:rPr dirty="0" smtClean="0" sz="1200" spc="-4" b="1">
                <a:latin typeface="Times New Roman"/>
                <a:cs typeface="Times New Roman"/>
              </a:rPr>
              <a:t>r</a:t>
            </a:r>
            <a:r>
              <a:rPr dirty="0" smtClean="0" sz="1200" spc="0" b="1">
                <a:latin typeface="Times New Roman"/>
                <a:cs typeface="Times New Roman"/>
              </a:rPr>
              <a:t>te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ope</a:t>
            </a:r>
            <a:r>
              <a:rPr dirty="0" smtClean="0" sz="1200" spc="-4" b="1">
                <a:latin typeface="Times New Roman"/>
                <a:cs typeface="Times New Roman"/>
              </a:rPr>
              <a:t>r</a:t>
            </a:r>
            <a:r>
              <a:rPr dirty="0" smtClean="0" sz="1200" spc="0" b="1">
                <a:latin typeface="Times New Roman"/>
                <a:cs typeface="Times New Roman"/>
              </a:rPr>
              <a:t>ativa:</a:t>
            </a:r>
            <a:r>
              <a:rPr dirty="0" smtClean="0" sz="1200" spc="4" b="1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rte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f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esta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ones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v</a:t>
            </a:r>
            <a:r>
              <a:rPr dirty="0" smtClean="0" sz="1200" spc="0">
                <a:latin typeface="Times New Roman"/>
                <a:cs typeface="Times New Roman"/>
              </a:rPr>
              <a:t>an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bo.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Ca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168148">
              <a:lnSpc>
                <a:spcPts val="1379"/>
              </a:lnSpc>
              <a:spcBef>
                <a:spcPts val="694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debe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z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v</a:t>
            </a:r>
            <a:r>
              <a:rPr dirty="0" smtClean="0" sz="1200" spc="0">
                <a:latin typeface="Times New Roman"/>
                <a:cs typeface="Times New Roman"/>
              </a:rPr>
              <a:t>erbo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(g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ner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on</a:t>
            </a:r>
            <a:r>
              <a:rPr dirty="0" smtClean="0" sz="1200" spc="4">
                <a:latin typeface="Times New Roman"/>
                <a:cs typeface="Times New Roman"/>
              </a:rPr>
              <a:t>j</a:t>
            </a:r>
            <a:r>
              <a:rPr dirty="0" smtClean="0" sz="1200" spc="0">
                <a:latin typeface="Times New Roman"/>
                <a:cs typeface="Times New Roman"/>
              </a:rPr>
              <a:t>ugado)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debe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dea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desglosa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168148">
              <a:lnSpc>
                <a:spcPts val="1379"/>
              </a:lnSpc>
              <a:spcBef>
                <a:spcPts val="688"/>
              </a:spcBef>
            </a:pPr>
            <a:r>
              <a:rPr dirty="0" smtClean="0" sz="1200" spc="0">
                <a:latin typeface="Times New Roman"/>
                <a:cs typeface="Times New Roman"/>
              </a:rPr>
              <a:t>orden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óg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co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prog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esivo.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podrá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dos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ás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id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19">
                <a:latin typeface="Times New Roman"/>
                <a:cs typeface="Times New Roman"/>
              </a:rPr>
              <a:t> </a:t>
            </a:r>
            <a:r>
              <a:rPr dirty="0" smtClean="0" sz="1200" spc="-19">
                <a:latin typeface="Times New Roman"/>
                <a:cs typeface="Times New Roman"/>
              </a:rPr>
              <a:t>y</a:t>
            </a:r>
            <a:r>
              <a:rPr dirty="0" smtClean="0" sz="1200" spc="0">
                <a:latin typeface="Times New Roman"/>
                <a:cs typeface="Times New Roman"/>
              </a:rPr>
              <a:t>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ad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ás,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168148">
              <a:lnSpc>
                <a:spcPts val="1379"/>
              </a:lnSpc>
              <a:spcBef>
                <a:spcPts val="688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be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ratar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ún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aspe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to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b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b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b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ones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168148">
              <a:lnSpc>
                <a:spcPts val="1379"/>
              </a:lnSpc>
              <a:spcBef>
                <a:spcPts val="688"/>
              </a:spcBef>
            </a:pPr>
            <a:r>
              <a:rPr dirty="0" smtClean="0" sz="1200" spc="0">
                <a:latin typeface="Times New Roman"/>
                <a:cs typeface="Times New Roman"/>
              </a:rPr>
              <a:t>pens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no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ngan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sí.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reng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ones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solu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deb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án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2700" marR="168148">
              <a:lnSpc>
                <a:spcPts val="1379"/>
              </a:lnSpc>
              <a:spcBef>
                <a:spcPts val="688"/>
              </a:spcBef>
            </a:pPr>
            <a:r>
              <a:rPr dirty="0" smtClean="0" sz="1200" spc="0">
                <a:latin typeface="Times New Roman"/>
                <a:cs typeface="Times New Roman"/>
              </a:rPr>
              <a:t>est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ados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espa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resp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v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entre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árr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fo.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párr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fo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est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rá</a:t>
            </a:r>
            <a:endParaRPr sz="1200">
              <a:latin typeface="Times New Roman"/>
              <a:cs typeface="Times New Roman"/>
            </a:endParaRPr>
          </a:p>
          <a:p>
            <a:pPr marL="12700" marR="13586">
              <a:lnSpc>
                <a:spcPct val="95825"/>
              </a:lnSpc>
              <a:spcBef>
                <a:spcPts val="713"/>
              </a:spcBef>
            </a:pPr>
            <a:r>
              <a:rPr dirty="0" smtClean="0" sz="1200" spc="0">
                <a:latin typeface="Times New Roman"/>
                <a:cs typeface="Times New Roman"/>
              </a:rPr>
              <a:t>confo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por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(es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ir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ora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n).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6647" y="6602174"/>
            <a:ext cx="10160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8047" y="8542577"/>
            <a:ext cx="3605428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dirty="0" smtClean="0" sz="1200" spc="0">
                <a:latin typeface="Times New Roman"/>
                <a:cs typeface="Times New Roman"/>
              </a:rPr>
              <a:t>Una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resolu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b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escr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ta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prese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s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gu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puntos: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6647" y="8904938"/>
            <a:ext cx="4822560" cy="1786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30"/>
              </a:lnSpc>
              <a:spcBef>
                <a:spcPts val="66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r>
              <a:rPr dirty="0" smtClean="0" sz="1200" spc="0">
                <a:latin typeface="Arial"/>
                <a:cs typeface="Arial"/>
              </a:rPr>
              <a:t>   </a:t>
            </a:r>
            <a:r>
              <a:rPr dirty="0" smtClean="0" sz="1200" spc="49">
                <a:latin typeface="Arial"/>
                <a:cs typeface="Arial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Fa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dad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on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roble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: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Ante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entes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ev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nes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prev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63600" y="1085215"/>
            <a:ext cx="600837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object 87"/>
          <p:cNvSpPr/>
          <p:nvPr/>
        </p:nvSpPr>
        <p:spPr>
          <a:xfrm>
            <a:off x="863600" y="1224915"/>
            <a:ext cx="6008370" cy="0"/>
          </a:xfrm>
          <a:custGeom>
            <a:avLst/>
            <a:gdLst/>
            <a:ahLst/>
            <a:cxnLst/>
            <a:rect l="l" t="t" r="r" b="b"/>
            <a:pathLst>
              <a:path w="6008370" h="0">
                <a:moveTo>
                  <a:pt x="0" y="0"/>
                </a:moveTo>
                <a:lnTo>
                  <a:pt x="600837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" name="object 44"/>
          <p:cNvSpPr/>
          <p:nvPr/>
        </p:nvSpPr>
        <p:spPr>
          <a:xfrm>
            <a:off x="1018857" y="3302380"/>
            <a:ext cx="1898904" cy="0"/>
          </a:xfrm>
          <a:custGeom>
            <a:avLst/>
            <a:gdLst/>
            <a:ahLst/>
            <a:cxnLst/>
            <a:rect l="l" t="t" r="r" b="b"/>
            <a:pathLst>
              <a:path w="1898904" h="0">
                <a:moveTo>
                  <a:pt x="0" y="0"/>
                </a:moveTo>
                <a:lnTo>
                  <a:pt x="189890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" name="object 45"/>
          <p:cNvSpPr/>
          <p:nvPr/>
        </p:nvSpPr>
        <p:spPr>
          <a:xfrm>
            <a:off x="2930525" y="3302380"/>
            <a:ext cx="1898903" cy="0"/>
          </a:xfrm>
          <a:custGeom>
            <a:avLst/>
            <a:gdLst/>
            <a:ahLst/>
            <a:cxnLst/>
            <a:rect l="l" t="t" r="r" b="b"/>
            <a:pathLst>
              <a:path w="1898903" h="0">
                <a:moveTo>
                  <a:pt x="0" y="0"/>
                </a:moveTo>
                <a:lnTo>
                  <a:pt x="1898903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" name="object 46"/>
          <p:cNvSpPr/>
          <p:nvPr/>
        </p:nvSpPr>
        <p:spPr>
          <a:xfrm>
            <a:off x="4842129" y="3302380"/>
            <a:ext cx="1900301" cy="0"/>
          </a:xfrm>
          <a:custGeom>
            <a:avLst/>
            <a:gdLst/>
            <a:ahLst/>
            <a:cxnLst/>
            <a:rect l="l" t="t" r="r" b="b"/>
            <a:pathLst>
              <a:path w="1900301" h="0">
                <a:moveTo>
                  <a:pt x="0" y="0"/>
                </a:moveTo>
                <a:lnTo>
                  <a:pt x="190030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" name="object 47"/>
          <p:cNvSpPr/>
          <p:nvPr/>
        </p:nvSpPr>
        <p:spPr>
          <a:xfrm>
            <a:off x="1018857" y="3702685"/>
            <a:ext cx="1898904" cy="0"/>
          </a:xfrm>
          <a:custGeom>
            <a:avLst/>
            <a:gdLst/>
            <a:ahLst/>
            <a:cxnLst/>
            <a:rect l="l" t="t" r="r" b="b"/>
            <a:pathLst>
              <a:path w="1898904" h="0">
                <a:moveTo>
                  <a:pt x="0" y="0"/>
                </a:moveTo>
                <a:lnTo>
                  <a:pt x="189890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" name="object 48"/>
          <p:cNvSpPr/>
          <p:nvPr/>
        </p:nvSpPr>
        <p:spPr>
          <a:xfrm>
            <a:off x="2930525" y="3702685"/>
            <a:ext cx="1898903" cy="0"/>
          </a:xfrm>
          <a:custGeom>
            <a:avLst/>
            <a:gdLst/>
            <a:ahLst/>
            <a:cxnLst/>
            <a:rect l="l" t="t" r="r" b="b"/>
            <a:pathLst>
              <a:path w="1898903" h="0">
                <a:moveTo>
                  <a:pt x="0" y="0"/>
                </a:moveTo>
                <a:lnTo>
                  <a:pt x="1898903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9" name="object 49"/>
          <p:cNvSpPr/>
          <p:nvPr/>
        </p:nvSpPr>
        <p:spPr>
          <a:xfrm>
            <a:off x="4842129" y="3702685"/>
            <a:ext cx="1900301" cy="0"/>
          </a:xfrm>
          <a:custGeom>
            <a:avLst/>
            <a:gdLst/>
            <a:ahLst/>
            <a:cxnLst/>
            <a:rect l="l" t="t" r="r" b="b"/>
            <a:pathLst>
              <a:path w="1900301" h="0">
                <a:moveTo>
                  <a:pt x="0" y="0"/>
                </a:moveTo>
                <a:lnTo>
                  <a:pt x="190030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" name="object 50"/>
          <p:cNvSpPr/>
          <p:nvPr/>
        </p:nvSpPr>
        <p:spPr>
          <a:xfrm>
            <a:off x="1018857" y="4101465"/>
            <a:ext cx="1898904" cy="0"/>
          </a:xfrm>
          <a:custGeom>
            <a:avLst/>
            <a:gdLst/>
            <a:ahLst/>
            <a:cxnLst/>
            <a:rect l="l" t="t" r="r" b="b"/>
            <a:pathLst>
              <a:path w="1898904" h="0">
                <a:moveTo>
                  <a:pt x="0" y="0"/>
                </a:moveTo>
                <a:lnTo>
                  <a:pt x="189890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1" name="object 51"/>
          <p:cNvSpPr/>
          <p:nvPr/>
        </p:nvSpPr>
        <p:spPr>
          <a:xfrm>
            <a:off x="2930525" y="4101465"/>
            <a:ext cx="1898903" cy="0"/>
          </a:xfrm>
          <a:custGeom>
            <a:avLst/>
            <a:gdLst/>
            <a:ahLst/>
            <a:cxnLst/>
            <a:rect l="l" t="t" r="r" b="b"/>
            <a:pathLst>
              <a:path w="1898903" h="0">
                <a:moveTo>
                  <a:pt x="0" y="0"/>
                </a:moveTo>
                <a:lnTo>
                  <a:pt x="1898903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2" name="object 52"/>
          <p:cNvSpPr/>
          <p:nvPr/>
        </p:nvSpPr>
        <p:spPr>
          <a:xfrm>
            <a:off x="4842129" y="4101465"/>
            <a:ext cx="1900301" cy="0"/>
          </a:xfrm>
          <a:custGeom>
            <a:avLst/>
            <a:gdLst/>
            <a:ahLst/>
            <a:cxnLst/>
            <a:rect l="l" t="t" r="r" b="b"/>
            <a:pathLst>
              <a:path w="1900301" h="0">
                <a:moveTo>
                  <a:pt x="0" y="0"/>
                </a:moveTo>
                <a:lnTo>
                  <a:pt x="190030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3" name="object 53"/>
          <p:cNvSpPr/>
          <p:nvPr/>
        </p:nvSpPr>
        <p:spPr>
          <a:xfrm>
            <a:off x="1018857" y="4498975"/>
            <a:ext cx="1898904" cy="0"/>
          </a:xfrm>
          <a:custGeom>
            <a:avLst/>
            <a:gdLst/>
            <a:ahLst/>
            <a:cxnLst/>
            <a:rect l="l" t="t" r="r" b="b"/>
            <a:pathLst>
              <a:path w="1898904" h="0">
                <a:moveTo>
                  <a:pt x="0" y="0"/>
                </a:moveTo>
                <a:lnTo>
                  <a:pt x="189890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4" name="object 54"/>
          <p:cNvSpPr/>
          <p:nvPr/>
        </p:nvSpPr>
        <p:spPr>
          <a:xfrm>
            <a:off x="2930525" y="4498975"/>
            <a:ext cx="1898903" cy="0"/>
          </a:xfrm>
          <a:custGeom>
            <a:avLst/>
            <a:gdLst/>
            <a:ahLst/>
            <a:cxnLst/>
            <a:rect l="l" t="t" r="r" b="b"/>
            <a:pathLst>
              <a:path w="1898903" h="0">
                <a:moveTo>
                  <a:pt x="0" y="0"/>
                </a:moveTo>
                <a:lnTo>
                  <a:pt x="1898903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5" name="object 55"/>
          <p:cNvSpPr/>
          <p:nvPr/>
        </p:nvSpPr>
        <p:spPr>
          <a:xfrm>
            <a:off x="4842129" y="4498975"/>
            <a:ext cx="1900301" cy="0"/>
          </a:xfrm>
          <a:custGeom>
            <a:avLst/>
            <a:gdLst/>
            <a:ahLst/>
            <a:cxnLst/>
            <a:rect l="l" t="t" r="r" b="b"/>
            <a:pathLst>
              <a:path w="1900301" h="0">
                <a:moveTo>
                  <a:pt x="0" y="0"/>
                </a:moveTo>
                <a:lnTo>
                  <a:pt x="190030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6" name="object 56"/>
          <p:cNvSpPr/>
          <p:nvPr/>
        </p:nvSpPr>
        <p:spPr>
          <a:xfrm>
            <a:off x="1018857" y="5074285"/>
            <a:ext cx="1898904" cy="0"/>
          </a:xfrm>
          <a:custGeom>
            <a:avLst/>
            <a:gdLst/>
            <a:ahLst/>
            <a:cxnLst/>
            <a:rect l="l" t="t" r="r" b="b"/>
            <a:pathLst>
              <a:path w="1898904" h="0">
                <a:moveTo>
                  <a:pt x="0" y="0"/>
                </a:moveTo>
                <a:lnTo>
                  <a:pt x="189890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7" name="object 57"/>
          <p:cNvSpPr/>
          <p:nvPr/>
        </p:nvSpPr>
        <p:spPr>
          <a:xfrm>
            <a:off x="2930525" y="5074285"/>
            <a:ext cx="1898903" cy="0"/>
          </a:xfrm>
          <a:custGeom>
            <a:avLst/>
            <a:gdLst/>
            <a:ahLst/>
            <a:cxnLst/>
            <a:rect l="l" t="t" r="r" b="b"/>
            <a:pathLst>
              <a:path w="1898903" h="0">
                <a:moveTo>
                  <a:pt x="0" y="0"/>
                </a:moveTo>
                <a:lnTo>
                  <a:pt x="1898903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8" name="object 58"/>
          <p:cNvSpPr/>
          <p:nvPr/>
        </p:nvSpPr>
        <p:spPr>
          <a:xfrm>
            <a:off x="4842129" y="5074285"/>
            <a:ext cx="1900301" cy="0"/>
          </a:xfrm>
          <a:custGeom>
            <a:avLst/>
            <a:gdLst/>
            <a:ahLst/>
            <a:cxnLst/>
            <a:rect l="l" t="t" r="r" b="b"/>
            <a:pathLst>
              <a:path w="1900301" h="0">
                <a:moveTo>
                  <a:pt x="0" y="0"/>
                </a:moveTo>
                <a:lnTo>
                  <a:pt x="190030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9" name="object 59"/>
          <p:cNvSpPr/>
          <p:nvPr/>
        </p:nvSpPr>
        <p:spPr>
          <a:xfrm>
            <a:off x="1018857" y="5473065"/>
            <a:ext cx="1898904" cy="0"/>
          </a:xfrm>
          <a:custGeom>
            <a:avLst/>
            <a:gdLst/>
            <a:ahLst/>
            <a:cxnLst/>
            <a:rect l="l" t="t" r="r" b="b"/>
            <a:pathLst>
              <a:path w="1898904" h="0">
                <a:moveTo>
                  <a:pt x="0" y="0"/>
                </a:moveTo>
                <a:lnTo>
                  <a:pt x="189890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0" name="object 60"/>
          <p:cNvSpPr/>
          <p:nvPr/>
        </p:nvSpPr>
        <p:spPr>
          <a:xfrm>
            <a:off x="2930525" y="5473065"/>
            <a:ext cx="1898903" cy="0"/>
          </a:xfrm>
          <a:custGeom>
            <a:avLst/>
            <a:gdLst/>
            <a:ahLst/>
            <a:cxnLst/>
            <a:rect l="l" t="t" r="r" b="b"/>
            <a:pathLst>
              <a:path w="1898903" h="0">
                <a:moveTo>
                  <a:pt x="0" y="0"/>
                </a:moveTo>
                <a:lnTo>
                  <a:pt x="1898903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1" name="object 61"/>
          <p:cNvSpPr/>
          <p:nvPr/>
        </p:nvSpPr>
        <p:spPr>
          <a:xfrm>
            <a:off x="4842129" y="5473065"/>
            <a:ext cx="1900301" cy="0"/>
          </a:xfrm>
          <a:custGeom>
            <a:avLst/>
            <a:gdLst/>
            <a:ahLst/>
            <a:cxnLst/>
            <a:rect l="l" t="t" r="r" b="b"/>
            <a:pathLst>
              <a:path w="1900301" h="0">
                <a:moveTo>
                  <a:pt x="0" y="0"/>
                </a:moveTo>
                <a:lnTo>
                  <a:pt x="190030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2" name="object 62"/>
          <p:cNvSpPr/>
          <p:nvPr/>
        </p:nvSpPr>
        <p:spPr>
          <a:xfrm>
            <a:off x="1018857" y="6083046"/>
            <a:ext cx="1898904" cy="0"/>
          </a:xfrm>
          <a:custGeom>
            <a:avLst/>
            <a:gdLst/>
            <a:ahLst/>
            <a:cxnLst/>
            <a:rect l="l" t="t" r="r" b="b"/>
            <a:pathLst>
              <a:path w="1898904" h="0">
                <a:moveTo>
                  <a:pt x="0" y="0"/>
                </a:moveTo>
                <a:lnTo>
                  <a:pt x="189890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3" name="object 63"/>
          <p:cNvSpPr/>
          <p:nvPr/>
        </p:nvSpPr>
        <p:spPr>
          <a:xfrm>
            <a:off x="2930525" y="6083046"/>
            <a:ext cx="1898903" cy="0"/>
          </a:xfrm>
          <a:custGeom>
            <a:avLst/>
            <a:gdLst/>
            <a:ahLst/>
            <a:cxnLst/>
            <a:rect l="l" t="t" r="r" b="b"/>
            <a:pathLst>
              <a:path w="1898903" h="0">
                <a:moveTo>
                  <a:pt x="0" y="0"/>
                </a:moveTo>
                <a:lnTo>
                  <a:pt x="1898903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4" name="object 64"/>
          <p:cNvSpPr/>
          <p:nvPr/>
        </p:nvSpPr>
        <p:spPr>
          <a:xfrm>
            <a:off x="4842129" y="6083046"/>
            <a:ext cx="1900301" cy="0"/>
          </a:xfrm>
          <a:custGeom>
            <a:avLst/>
            <a:gdLst/>
            <a:ahLst/>
            <a:cxnLst/>
            <a:rect l="l" t="t" r="r" b="b"/>
            <a:pathLst>
              <a:path w="1900301" h="0">
                <a:moveTo>
                  <a:pt x="0" y="0"/>
                </a:moveTo>
                <a:lnTo>
                  <a:pt x="190030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5" name="object 65"/>
          <p:cNvSpPr/>
          <p:nvPr/>
        </p:nvSpPr>
        <p:spPr>
          <a:xfrm>
            <a:off x="1018857" y="6658356"/>
            <a:ext cx="1898904" cy="0"/>
          </a:xfrm>
          <a:custGeom>
            <a:avLst/>
            <a:gdLst/>
            <a:ahLst/>
            <a:cxnLst/>
            <a:rect l="l" t="t" r="r" b="b"/>
            <a:pathLst>
              <a:path w="1898904" h="0">
                <a:moveTo>
                  <a:pt x="0" y="0"/>
                </a:moveTo>
                <a:lnTo>
                  <a:pt x="189890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6" name="object 66"/>
          <p:cNvSpPr/>
          <p:nvPr/>
        </p:nvSpPr>
        <p:spPr>
          <a:xfrm>
            <a:off x="2930525" y="6658356"/>
            <a:ext cx="1898903" cy="0"/>
          </a:xfrm>
          <a:custGeom>
            <a:avLst/>
            <a:gdLst/>
            <a:ahLst/>
            <a:cxnLst/>
            <a:rect l="l" t="t" r="r" b="b"/>
            <a:pathLst>
              <a:path w="1898903" h="0">
                <a:moveTo>
                  <a:pt x="0" y="0"/>
                </a:moveTo>
                <a:lnTo>
                  <a:pt x="1898903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7" name="object 67"/>
          <p:cNvSpPr/>
          <p:nvPr/>
        </p:nvSpPr>
        <p:spPr>
          <a:xfrm>
            <a:off x="4842129" y="6658356"/>
            <a:ext cx="1900301" cy="0"/>
          </a:xfrm>
          <a:custGeom>
            <a:avLst/>
            <a:gdLst/>
            <a:ahLst/>
            <a:cxnLst/>
            <a:rect l="l" t="t" r="r" b="b"/>
            <a:pathLst>
              <a:path w="1900301" h="0">
                <a:moveTo>
                  <a:pt x="0" y="0"/>
                </a:moveTo>
                <a:lnTo>
                  <a:pt x="190030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8" name="object 68"/>
          <p:cNvSpPr/>
          <p:nvPr/>
        </p:nvSpPr>
        <p:spPr>
          <a:xfrm>
            <a:off x="1018857" y="7057008"/>
            <a:ext cx="1898904" cy="0"/>
          </a:xfrm>
          <a:custGeom>
            <a:avLst/>
            <a:gdLst/>
            <a:ahLst/>
            <a:cxnLst/>
            <a:rect l="l" t="t" r="r" b="b"/>
            <a:pathLst>
              <a:path w="1898904" h="0">
                <a:moveTo>
                  <a:pt x="0" y="0"/>
                </a:moveTo>
                <a:lnTo>
                  <a:pt x="189890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9" name="object 69"/>
          <p:cNvSpPr/>
          <p:nvPr/>
        </p:nvSpPr>
        <p:spPr>
          <a:xfrm>
            <a:off x="2930525" y="7057008"/>
            <a:ext cx="1898903" cy="0"/>
          </a:xfrm>
          <a:custGeom>
            <a:avLst/>
            <a:gdLst/>
            <a:ahLst/>
            <a:cxnLst/>
            <a:rect l="l" t="t" r="r" b="b"/>
            <a:pathLst>
              <a:path w="1898903" h="0">
                <a:moveTo>
                  <a:pt x="0" y="0"/>
                </a:moveTo>
                <a:lnTo>
                  <a:pt x="1898903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0" name="object 70"/>
          <p:cNvSpPr/>
          <p:nvPr/>
        </p:nvSpPr>
        <p:spPr>
          <a:xfrm>
            <a:off x="4842129" y="7057008"/>
            <a:ext cx="1900301" cy="0"/>
          </a:xfrm>
          <a:custGeom>
            <a:avLst/>
            <a:gdLst/>
            <a:ahLst/>
            <a:cxnLst/>
            <a:rect l="l" t="t" r="r" b="b"/>
            <a:pathLst>
              <a:path w="1900301" h="0">
                <a:moveTo>
                  <a:pt x="0" y="0"/>
                </a:moveTo>
                <a:lnTo>
                  <a:pt x="190030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1" name="object 71"/>
          <p:cNvSpPr/>
          <p:nvPr/>
        </p:nvSpPr>
        <p:spPr>
          <a:xfrm>
            <a:off x="1018857" y="7629906"/>
            <a:ext cx="1898904" cy="0"/>
          </a:xfrm>
          <a:custGeom>
            <a:avLst/>
            <a:gdLst/>
            <a:ahLst/>
            <a:cxnLst/>
            <a:rect l="l" t="t" r="r" b="b"/>
            <a:pathLst>
              <a:path w="1898904" h="0">
                <a:moveTo>
                  <a:pt x="0" y="0"/>
                </a:moveTo>
                <a:lnTo>
                  <a:pt x="189890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2" name="object 72"/>
          <p:cNvSpPr/>
          <p:nvPr/>
        </p:nvSpPr>
        <p:spPr>
          <a:xfrm>
            <a:off x="2930525" y="7629906"/>
            <a:ext cx="1898903" cy="0"/>
          </a:xfrm>
          <a:custGeom>
            <a:avLst/>
            <a:gdLst/>
            <a:ahLst/>
            <a:cxnLst/>
            <a:rect l="l" t="t" r="r" b="b"/>
            <a:pathLst>
              <a:path w="1898903" h="0">
                <a:moveTo>
                  <a:pt x="0" y="0"/>
                </a:moveTo>
                <a:lnTo>
                  <a:pt x="1898903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3" name="object 73"/>
          <p:cNvSpPr/>
          <p:nvPr/>
        </p:nvSpPr>
        <p:spPr>
          <a:xfrm>
            <a:off x="4842129" y="7629906"/>
            <a:ext cx="1900301" cy="0"/>
          </a:xfrm>
          <a:custGeom>
            <a:avLst/>
            <a:gdLst/>
            <a:ahLst/>
            <a:cxnLst/>
            <a:rect l="l" t="t" r="r" b="b"/>
            <a:pathLst>
              <a:path w="1900301" h="0">
                <a:moveTo>
                  <a:pt x="0" y="0"/>
                </a:moveTo>
                <a:lnTo>
                  <a:pt x="190030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4" name="object 74"/>
          <p:cNvSpPr/>
          <p:nvPr/>
        </p:nvSpPr>
        <p:spPr>
          <a:xfrm>
            <a:off x="1018857" y="8029956"/>
            <a:ext cx="1898904" cy="0"/>
          </a:xfrm>
          <a:custGeom>
            <a:avLst/>
            <a:gdLst/>
            <a:ahLst/>
            <a:cxnLst/>
            <a:rect l="l" t="t" r="r" b="b"/>
            <a:pathLst>
              <a:path w="1898904" h="0">
                <a:moveTo>
                  <a:pt x="0" y="0"/>
                </a:moveTo>
                <a:lnTo>
                  <a:pt x="189890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5" name="object 75"/>
          <p:cNvSpPr/>
          <p:nvPr/>
        </p:nvSpPr>
        <p:spPr>
          <a:xfrm>
            <a:off x="2930525" y="8029956"/>
            <a:ext cx="1898903" cy="0"/>
          </a:xfrm>
          <a:custGeom>
            <a:avLst/>
            <a:gdLst/>
            <a:ahLst/>
            <a:cxnLst/>
            <a:rect l="l" t="t" r="r" b="b"/>
            <a:pathLst>
              <a:path w="1898903" h="0">
                <a:moveTo>
                  <a:pt x="0" y="0"/>
                </a:moveTo>
                <a:lnTo>
                  <a:pt x="1898903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6" name="object 76"/>
          <p:cNvSpPr/>
          <p:nvPr/>
        </p:nvSpPr>
        <p:spPr>
          <a:xfrm>
            <a:off x="4842129" y="8029956"/>
            <a:ext cx="1900301" cy="0"/>
          </a:xfrm>
          <a:custGeom>
            <a:avLst/>
            <a:gdLst/>
            <a:ahLst/>
            <a:cxnLst/>
            <a:rect l="l" t="t" r="r" b="b"/>
            <a:pathLst>
              <a:path w="1900301" h="0">
                <a:moveTo>
                  <a:pt x="0" y="0"/>
                </a:moveTo>
                <a:lnTo>
                  <a:pt x="190030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7" name="object 77"/>
          <p:cNvSpPr/>
          <p:nvPr/>
        </p:nvSpPr>
        <p:spPr>
          <a:xfrm>
            <a:off x="1018857" y="8428609"/>
            <a:ext cx="1898904" cy="0"/>
          </a:xfrm>
          <a:custGeom>
            <a:avLst/>
            <a:gdLst/>
            <a:ahLst/>
            <a:cxnLst/>
            <a:rect l="l" t="t" r="r" b="b"/>
            <a:pathLst>
              <a:path w="1898904" h="0">
                <a:moveTo>
                  <a:pt x="0" y="0"/>
                </a:moveTo>
                <a:lnTo>
                  <a:pt x="1898904" y="0"/>
                </a:lnTo>
              </a:path>
            </a:pathLst>
          </a:custGeom>
          <a:ln w="1396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8" name="object 78"/>
          <p:cNvSpPr/>
          <p:nvPr/>
        </p:nvSpPr>
        <p:spPr>
          <a:xfrm>
            <a:off x="2930525" y="8428609"/>
            <a:ext cx="1898903" cy="0"/>
          </a:xfrm>
          <a:custGeom>
            <a:avLst/>
            <a:gdLst/>
            <a:ahLst/>
            <a:cxnLst/>
            <a:rect l="l" t="t" r="r" b="b"/>
            <a:pathLst>
              <a:path w="1898903" h="0">
                <a:moveTo>
                  <a:pt x="0" y="0"/>
                </a:moveTo>
                <a:lnTo>
                  <a:pt x="1898903" y="0"/>
                </a:lnTo>
              </a:path>
            </a:pathLst>
          </a:custGeom>
          <a:ln w="1396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9" name="object 79"/>
          <p:cNvSpPr/>
          <p:nvPr/>
        </p:nvSpPr>
        <p:spPr>
          <a:xfrm>
            <a:off x="4842129" y="8428609"/>
            <a:ext cx="1900301" cy="0"/>
          </a:xfrm>
          <a:custGeom>
            <a:avLst/>
            <a:gdLst/>
            <a:ahLst/>
            <a:cxnLst/>
            <a:rect l="l" t="t" r="r" b="b"/>
            <a:pathLst>
              <a:path w="1900301" h="0">
                <a:moveTo>
                  <a:pt x="0" y="0"/>
                </a:moveTo>
                <a:lnTo>
                  <a:pt x="1900301" y="0"/>
                </a:lnTo>
              </a:path>
            </a:pathLst>
          </a:custGeom>
          <a:ln w="1396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0" name="object 80"/>
          <p:cNvSpPr/>
          <p:nvPr/>
        </p:nvSpPr>
        <p:spPr>
          <a:xfrm>
            <a:off x="1012507" y="3295904"/>
            <a:ext cx="0" cy="5536946"/>
          </a:xfrm>
          <a:custGeom>
            <a:avLst/>
            <a:gdLst/>
            <a:ahLst/>
            <a:cxnLst/>
            <a:rect l="l" t="t" r="r" b="b"/>
            <a:pathLst>
              <a:path w="0" h="5536946">
                <a:moveTo>
                  <a:pt x="0" y="0"/>
                </a:moveTo>
                <a:lnTo>
                  <a:pt x="0" y="5536946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1" name="object 81"/>
          <p:cNvSpPr/>
          <p:nvPr/>
        </p:nvSpPr>
        <p:spPr>
          <a:xfrm>
            <a:off x="1018857" y="8826500"/>
            <a:ext cx="1898904" cy="0"/>
          </a:xfrm>
          <a:custGeom>
            <a:avLst/>
            <a:gdLst/>
            <a:ahLst/>
            <a:cxnLst/>
            <a:rect l="l" t="t" r="r" b="b"/>
            <a:pathLst>
              <a:path w="1898904" h="0">
                <a:moveTo>
                  <a:pt x="0" y="0"/>
                </a:moveTo>
                <a:lnTo>
                  <a:pt x="189890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2" name="object 82"/>
          <p:cNvSpPr/>
          <p:nvPr/>
        </p:nvSpPr>
        <p:spPr>
          <a:xfrm>
            <a:off x="2924175" y="3296030"/>
            <a:ext cx="0" cy="5536819"/>
          </a:xfrm>
          <a:custGeom>
            <a:avLst/>
            <a:gdLst/>
            <a:ahLst/>
            <a:cxnLst/>
            <a:rect l="l" t="t" r="r" b="b"/>
            <a:pathLst>
              <a:path w="0" h="5536819">
                <a:moveTo>
                  <a:pt x="0" y="0"/>
                </a:moveTo>
                <a:lnTo>
                  <a:pt x="0" y="5536819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3" name="object 83"/>
          <p:cNvSpPr/>
          <p:nvPr/>
        </p:nvSpPr>
        <p:spPr>
          <a:xfrm>
            <a:off x="2930525" y="8826500"/>
            <a:ext cx="1898903" cy="0"/>
          </a:xfrm>
          <a:custGeom>
            <a:avLst/>
            <a:gdLst/>
            <a:ahLst/>
            <a:cxnLst/>
            <a:rect l="l" t="t" r="r" b="b"/>
            <a:pathLst>
              <a:path w="1898903" h="0">
                <a:moveTo>
                  <a:pt x="0" y="0"/>
                </a:moveTo>
                <a:lnTo>
                  <a:pt x="1898903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4" name="object 84"/>
          <p:cNvSpPr/>
          <p:nvPr/>
        </p:nvSpPr>
        <p:spPr>
          <a:xfrm>
            <a:off x="4835779" y="3296030"/>
            <a:ext cx="0" cy="5536819"/>
          </a:xfrm>
          <a:custGeom>
            <a:avLst/>
            <a:gdLst/>
            <a:ahLst/>
            <a:cxnLst/>
            <a:rect l="l" t="t" r="r" b="b"/>
            <a:pathLst>
              <a:path w="0" h="5536819">
                <a:moveTo>
                  <a:pt x="0" y="0"/>
                </a:moveTo>
                <a:lnTo>
                  <a:pt x="0" y="5536819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5" name="object 85"/>
          <p:cNvSpPr/>
          <p:nvPr/>
        </p:nvSpPr>
        <p:spPr>
          <a:xfrm>
            <a:off x="4842129" y="8826500"/>
            <a:ext cx="1900301" cy="0"/>
          </a:xfrm>
          <a:custGeom>
            <a:avLst/>
            <a:gdLst/>
            <a:ahLst/>
            <a:cxnLst/>
            <a:rect l="l" t="t" r="r" b="b"/>
            <a:pathLst>
              <a:path w="1900301" h="0">
                <a:moveTo>
                  <a:pt x="0" y="0"/>
                </a:moveTo>
                <a:lnTo>
                  <a:pt x="190030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6" name="object 86"/>
          <p:cNvSpPr/>
          <p:nvPr/>
        </p:nvSpPr>
        <p:spPr>
          <a:xfrm>
            <a:off x="6748780" y="3295904"/>
            <a:ext cx="0" cy="5536946"/>
          </a:xfrm>
          <a:custGeom>
            <a:avLst/>
            <a:gdLst/>
            <a:ahLst/>
            <a:cxnLst/>
            <a:rect l="l" t="t" r="r" b="b"/>
            <a:pathLst>
              <a:path w="0" h="5536946">
                <a:moveTo>
                  <a:pt x="0" y="0"/>
                </a:moveTo>
                <a:lnTo>
                  <a:pt x="0" y="5536946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5615432" y="437490"/>
            <a:ext cx="1261333" cy="508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985"/>
              </a:lnSpc>
              <a:spcBef>
                <a:spcPts val="199"/>
              </a:spcBef>
            </a:pPr>
            <a:r>
              <a:rPr dirty="0" smtClean="0" sz="3800" b="1" i="1">
                <a:latin typeface="Arial"/>
                <a:cs typeface="Arial"/>
              </a:rPr>
              <a:t>ctJn</a:t>
            </a:r>
            <a:r>
              <a:rPr dirty="0" smtClean="0" sz="3800" spc="-869" b="1" i="1">
                <a:latin typeface="Arial"/>
                <a:cs typeface="Arial"/>
              </a:rPr>
              <a:t>u</a:t>
            </a:r>
            <a:r>
              <a:rPr dirty="0" smtClean="0" sz="3800" spc="0" b="1" i="1">
                <a:solidFill>
                  <a:srgbClr val="66A0C3"/>
                </a:solidFill>
                <a:latin typeface="Arial"/>
                <a:cs typeface="Arial"/>
              </a:rPr>
              <a:t>e</a:t>
            </a:r>
            <a:endParaRPr sz="38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049905" y="588449"/>
            <a:ext cx="1673225" cy="5089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530"/>
              </a:lnSpc>
              <a:spcBef>
                <a:spcPts val="76"/>
              </a:spcBef>
            </a:pPr>
            <a:r>
              <a:rPr dirty="0" smtClean="0" sz="1400" spc="0" b="1">
                <a:latin typeface="Times New Roman"/>
                <a:cs typeface="Times New Roman"/>
              </a:rPr>
              <a:t>CHR</a:t>
            </a:r>
            <a:r>
              <a:rPr dirty="0" smtClean="0" sz="1400" spc="-4" b="1">
                <a:latin typeface="Times New Roman"/>
                <a:cs typeface="Times New Roman"/>
              </a:rPr>
              <a:t>I</a:t>
            </a:r>
            <a:r>
              <a:rPr dirty="0" smtClean="0" sz="1400" spc="0" b="1">
                <a:latin typeface="Times New Roman"/>
                <a:cs typeface="Times New Roman"/>
              </a:rPr>
              <a:t>STA</a:t>
            </a:r>
            <a:r>
              <a:rPr dirty="0" smtClean="0" sz="1400" spc="-4" b="1">
                <a:latin typeface="Times New Roman"/>
                <a:cs typeface="Times New Roman"/>
              </a:rPr>
              <a:t>M</a:t>
            </a:r>
            <a:r>
              <a:rPr dirty="0" smtClean="0" sz="1400" spc="0" b="1">
                <a:latin typeface="Times New Roman"/>
                <a:cs typeface="Times New Roman"/>
              </a:rPr>
              <a:t>UN</a:t>
            </a:r>
            <a:r>
              <a:rPr dirty="0" smtClean="0" sz="1400" spc="9" b="1">
                <a:latin typeface="Times New Roman"/>
                <a:cs typeface="Times New Roman"/>
              </a:rPr>
              <a:t> </a:t>
            </a:r>
            <a:r>
              <a:rPr dirty="0" smtClean="0" sz="1400" spc="0" b="1">
                <a:latin typeface="Times New Roman"/>
                <a:cs typeface="Times New Roman"/>
              </a:rPr>
              <a:t>2026</a:t>
            </a:r>
            <a:endParaRPr sz="1400">
              <a:latin typeface="Times New Roman"/>
              <a:cs typeface="Times New Roman"/>
            </a:endParaRPr>
          </a:p>
          <a:p>
            <a:pPr marL="92686" marR="107025" algn="ctr">
              <a:lnSpc>
                <a:spcPct val="101725"/>
              </a:lnSpc>
              <a:spcBef>
                <a:spcPts val="858"/>
              </a:spcBef>
            </a:pP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T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r</a:t>
            </a:r>
            <a:r>
              <a:rPr dirty="0" smtClean="0" sz="1200" spc="4">
                <a:solidFill>
                  <a:srgbClr val="313D4F"/>
                </a:solidFill>
                <a:latin typeface="Calibri"/>
                <a:cs typeface="Calibri"/>
              </a:rPr>
              <a:t>i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nid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a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d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-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B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eni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-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B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o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li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v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ia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583428" y="885674"/>
            <a:ext cx="1249693" cy="1020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dirty="0" smtClean="0" sz="600" i="1">
                <a:solidFill>
                  <a:srgbClr val="66A0C3"/>
                </a:solidFill>
                <a:latin typeface="Arial"/>
                <a:cs typeface="Arial"/>
              </a:rPr>
              <a:t>C</a:t>
            </a:r>
            <a:r>
              <a:rPr dirty="0" smtClean="0" sz="600" i="1">
                <a:solidFill>
                  <a:srgbClr val="7CACCD"/>
                </a:solidFill>
                <a:latin typeface="Arial"/>
                <a:cs typeface="Arial"/>
              </a:rPr>
              <a:t>enlr</a:t>
            </a:r>
            <a:r>
              <a:rPr dirty="0" smtClean="0" sz="600" spc="14" i="1">
                <a:solidFill>
                  <a:srgbClr val="66A0C3"/>
                </a:solidFill>
                <a:latin typeface="Arial"/>
                <a:cs typeface="Arial"/>
              </a:rPr>
              <a:t>o</a:t>
            </a:r>
            <a:r>
              <a:rPr dirty="0" smtClean="0" sz="600" spc="0" i="1">
                <a:solidFill>
                  <a:srgbClr val="66A0C3"/>
                </a:solidFill>
                <a:latin typeface="Times New Roman"/>
                <a:cs typeface="Times New Roman"/>
              </a:rPr>
              <a:t>de</a:t>
            </a:r>
            <a:r>
              <a:rPr dirty="0" smtClean="0" sz="600" spc="-84" i="1">
                <a:solidFill>
                  <a:srgbClr val="66A0C3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Inform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ció</a:t>
            </a:r>
            <a:r>
              <a:rPr dirty="0" smtClean="0" sz="600" spc="-18" i="1">
                <a:solidFill>
                  <a:srgbClr val="7CACCD"/>
                </a:solidFill>
                <a:latin typeface="Arial"/>
                <a:cs typeface="Arial"/>
              </a:rPr>
              <a:t>n</a:t>
            </a:r>
            <a:r>
              <a:rPr dirty="0" smtClean="0" sz="600" spc="0" i="1">
                <a:solidFill>
                  <a:srgbClr val="66A0C3"/>
                </a:solidFill>
                <a:latin typeface="Times New Roman"/>
                <a:cs typeface="Times New Roman"/>
              </a:rPr>
              <a:t>de</a:t>
            </a:r>
            <a:r>
              <a:rPr dirty="0" smtClean="0" sz="600" spc="7" i="1">
                <a:solidFill>
                  <a:srgbClr val="66A0C3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N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cione</a:t>
            </a:r>
            <a:r>
              <a:rPr dirty="0" smtClean="0" sz="600" spc="25" i="1">
                <a:solidFill>
                  <a:srgbClr val="7CACCD"/>
                </a:solidFill>
                <a:latin typeface="Arial"/>
                <a:cs typeface="Arial"/>
              </a:rPr>
              <a:t>s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Un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ida</a:t>
            </a:r>
            <a:r>
              <a:rPr dirty="0" smtClean="0" sz="600" spc="-29" i="1">
                <a:solidFill>
                  <a:srgbClr val="7CACCD"/>
                </a:solidFill>
                <a:latin typeface="Arial"/>
                <a:cs typeface="Arial"/>
              </a:rPr>
              <a:t>s</a:t>
            </a:r>
            <a:r>
              <a:rPr dirty="0" smtClean="0" sz="600" spc="0" i="1">
                <a:solidFill>
                  <a:srgbClr val="2F85BA"/>
                </a:solidFill>
                <a:latin typeface="Arial"/>
                <a:cs typeface="Arial"/>
              </a:rPr>
              <a:t>B</a:t>
            </a:r>
            <a:r>
              <a:rPr dirty="0" smtClean="0" sz="600" spc="0" i="1">
                <a:solidFill>
                  <a:srgbClr val="508CB3"/>
                </a:solidFill>
                <a:latin typeface="Arial"/>
                <a:cs typeface="Arial"/>
              </a:rPr>
              <a:t>o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li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vi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116647" y="1242139"/>
            <a:ext cx="5787099" cy="70570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22988">
              <a:lnSpc>
                <a:spcPts val="1330"/>
              </a:lnSpc>
              <a:spcBef>
                <a:spcPts val="66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r>
              <a:rPr dirty="0" smtClean="0" sz="1200" spc="0">
                <a:latin typeface="Arial"/>
                <a:cs typeface="Arial"/>
              </a:rPr>
              <a:t>   </a:t>
            </a:r>
            <a:r>
              <a:rPr dirty="0" smtClean="0" sz="1200" spc="49">
                <a:latin typeface="Arial"/>
                <a:cs typeface="Arial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dad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asun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os: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arg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óp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ben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ser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espe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if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ados.</a:t>
            </a:r>
            <a:endParaRPr sz="1200">
              <a:latin typeface="Times New Roman"/>
              <a:cs typeface="Times New Roman"/>
            </a:endParaRPr>
          </a:p>
          <a:p>
            <a:pPr marL="12700" marR="22988">
              <a:lnSpc>
                <a:spcPct val="95825"/>
              </a:lnSpc>
              <a:spcBef>
                <a:spcPts val="617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r>
              <a:rPr dirty="0" smtClean="0" sz="1200" spc="0">
                <a:latin typeface="Arial"/>
                <a:cs typeface="Arial"/>
              </a:rPr>
              <a:t>   </a:t>
            </a:r>
            <a:r>
              <a:rPr dirty="0" smtClean="0" sz="1200" spc="49">
                <a:latin typeface="Arial"/>
                <a:cs typeface="Arial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b</a:t>
            </a:r>
            <a:r>
              <a:rPr dirty="0" smtClean="0" sz="1200" spc="4">
                <a:latin typeface="Times New Roman"/>
                <a:cs typeface="Times New Roman"/>
              </a:rPr>
              <a:t>j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v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ad: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Cada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clausula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1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da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ase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be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un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propós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695"/>
              </a:spcBef>
            </a:pPr>
            <a:r>
              <a:rPr dirty="0" smtClean="0" sz="1200" spc="0">
                <a:latin typeface="Arial"/>
                <a:cs typeface="Arial"/>
              </a:rPr>
              <a:t>•</a:t>
            </a:r>
            <a:r>
              <a:rPr dirty="0" smtClean="0" sz="1200" spc="0">
                <a:latin typeface="Arial"/>
                <a:cs typeface="Arial"/>
              </a:rPr>
              <a:t>   </a:t>
            </a:r>
            <a:r>
              <a:rPr dirty="0" smtClean="0" sz="1200" spc="49">
                <a:latin typeface="Arial"/>
                <a:cs typeface="Arial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Buena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presen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ón: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Ev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ndo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fa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or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ograf</a:t>
            </a:r>
            <a:r>
              <a:rPr dirty="0" smtClean="0" sz="1200" spc="-4">
                <a:latin typeface="Times New Roman"/>
                <a:cs typeface="Times New Roman"/>
              </a:rPr>
              <a:t>í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1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y</a:t>
            </a:r>
            <a:r>
              <a:rPr dirty="0" smtClean="0" sz="1200" spc="-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do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fo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to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uado.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88047" y="2145485"/>
            <a:ext cx="5495785" cy="86383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8.</a:t>
            </a: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 </a:t>
            </a: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FRASES</a:t>
            </a: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 </a:t>
            </a: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INTRODUCTORIAS</a:t>
            </a: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 </a:t>
            </a: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Y</a:t>
            </a: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 </a:t>
            </a: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OPERATIVAS</a:t>
            </a: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 </a:t>
            </a: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DE</a:t>
            </a:r>
            <a:endParaRPr sz="1800">
              <a:latin typeface="Times New Roman"/>
              <a:cs typeface="Times New Roman"/>
            </a:endParaRPr>
          </a:p>
          <a:p>
            <a:pPr marL="241300" marR="34289">
              <a:lnSpc>
                <a:spcPct val="95825"/>
              </a:lnSpc>
              <a:spcBef>
                <a:spcPts val="53"/>
              </a:spcBef>
            </a:pP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UNA</a:t>
            </a: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 </a:t>
            </a:r>
            <a:r>
              <a:rPr dirty="0" smtClean="0" sz="1800" spc="0" b="1">
                <a:solidFill>
                  <a:srgbClr val="D3AE5F"/>
                </a:solidFill>
                <a:latin typeface="Times New Roman"/>
                <a:cs typeface="Times New Roman"/>
              </a:rPr>
              <a:t>RESOLUCIÓN.</a:t>
            </a:r>
            <a:endParaRPr sz="1800">
              <a:latin typeface="Times New Roman"/>
              <a:cs typeface="Times New Roman"/>
            </a:endParaRPr>
          </a:p>
          <a:p>
            <a:pPr marL="241300" marR="34289">
              <a:lnSpc>
                <a:spcPct val="95825"/>
              </a:lnSpc>
              <a:spcBef>
                <a:spcPts val="957"/>
              </a:spcBef>
            </a:pPr>
            <a:r>
              <a:rPr dirty="0" smtClean="0" sz="1400" spc="0">
                <a:solidFill>
                  <a:srgbClr val="172C58"/>
                </a:solidFill>
                <a:latin typeface="Arial"/>
                <a:cs typeface="Arial"/>
              </a:rPr>
              <a:t>−</a:t>
            </a:r>
            <a:r>
              <a:rPr dirty="0" smtClean="0" sz="1400" spc="0">
                <a:solidFill>
                  <a:srgbClr val="172C58"/>
                </a:solidFill>
                <a:latin typeface="Arial"/>
                <a:cs typeface="Arial"/>
              </a:rPr>
              <a:t> </a:t>
            </a:r>
            <a:r>
              <a:rPr dirty="0" smtClean="0" sz="1400" spc="207">
                <a:solidFill>
                  <a:srgbClr val="172C58"/>
                </a:solidFill>
                <a:latin typeface="Arial"/>
                <a:cs typeface="Arial"/>
              </a:rPr>
              <a:t> </a:t>
            </a:r>
            <a:r>
              <a:rPr dirty="0" smtClean="0" sz="1400" spc="4" b="1">
                <a:solidFill>
                  <a:srgbClr val="172C58"/>
                </a:solidFill>
                <a:latin typeface="Times New Roman"/>
                <a:cs typeface="Times New Roman"/>
              </a:rPr>
              <a:t>F</a:t>
            </a:r>
            <a:r>
              <a:rPr dirty="0" smtClean="0" sz="1400" spc="0" b="1">
                <a:solidFill>
                  <a:srgbClr val="172C58"/>
                </a:solidFill>
                <a:latin typeface="Times New Roman"/>
                <a:cs typeface="Times New Roman"/>
              </a:rPr>
              <a:t>RASES</a:t>
            </a:r>
            <a:r>
              <a:rPr dirty="0" smtClean="0" sz="1400" spc="0" b="1">
                <a:solidFill>
                  <a:srgbClr val="172C58"/>
                </a:solidFill>
                <a:latin typeface="Times New Roman"/>
                <a:cs typeface="Times New Roman"/>
              </a:rPr>
              <a:t> </a:t>
            </a:r>
            <a:r>
              <a:rPr dirty="0" smtClean="0" sz="1400" spc="-4" b="1">
                <a:solidFill>
                  <a:srgbClr val="172C58"/>
                </a:solidFill>
                <a:latin typeface="Times New Roman"/>
                <a:cs typeface="Times New Roman"/>
              </a:rPr>
              <a:t>I</a:t>
            </a:r>
            <a:r>
              <a:rPr dirty="0" smtClean="0" sz="1400" spc="0" b="1">
                <a:solidFill>
                  <a:srgbClr val="172C58"/>
                </a:solidFill>
                <a:latin typeface="Times New Roman"/>
                <a:cs typeface="Times New Roman"/>
              </a:rPr>
              <a:t>N</a:t>
            </a:r>
            <a:r>
              <a:rPr dirty="0" smtClean="0" sz="1400" spc="-4" b="1">
                <a:solidFill>
                  <a:srgbClr val="172C58"/>
                </a:solidFill>
                <a:latin typeface="Times New Roman"/>
                <a:cs typeface="Times New Roman"/>
              </a:rPr>
              <a:t>T</a:t>
            </a:r>
            <a:r>
              <a:rPr dirty="0" smtClean="0" sz="1400" spc="9" b="1">
                <a:solidFill>
                  <a:srgbClr val="172C58"/>
                </a:solidFill>
                <a:latin typeface="Times New Roman"/>
                <a:cs typeface="Times New Roman"/>
              </a:rPr>
              <a:t>R</a:t>
            </a:r>
            <a:r>
              <a:rPr dirty="0" smtClean="0" sz="1400" spc="0" b="1">
                <a:solidFill>
                  <a:srgbClr val="172C58"/>
                </a:solidFill>
                <a:latin typeface="Times New Roman"/>
                <a:cs typeface="Times New Roman"/>
              </a:rPr>
              <a:t>ODUC</a:t>
            </a:r>
            <a:r>
              <a:rPr dirty="0" smtClean="0" sz="1400" spc="-4" b="1">
                <a:solidFill>
                  <a:srgbClr val="172C58"/>
                </a:solidFill>
                <a:latin typeface="Times New Roman"/>
                <a:cs typeface="Times New Roman"/>
              </a:rPr>
              <a:t>T</a:t>
            </a:r>
            <a:r>
              <a:rPr dirty="0" smtClean="0" sz="1400" spc="0" b="1">
                <a:solidFill>
                  <a:srgbClr val="172C58"/>
                </a:solidFill>
                <a:latin typeface="Times New Roman"/>
                <a:cs typeface="Times New Roman"/>
              </a:rPr>
              <a:t>OR</a:t>
            </a:r>
            <a:r>
              <a:rPr dirty="0" smtClean="0" sz="1400" spc="-4" b="1">
                <a:solidFill>
                  <a:srgbClr val="172C58"/>
                </a:solidFill>
                <a:latin typeface="Times New Roman"/>
                <a:cs typeface="Times New Roman"/>
              </a:rPr>
              <a:t>I</a:t>
            </a:r>
            <a:r>
              <a:rPr dirty="0" smtClean="0" sz="1400" spc="4" b="1">
                <a:solidFill>
                  <a:srgbClr val="172C58"/>
                </a:solidFill>
                <a:latin typeface="Times New Roman"/>
                <a:cs typeface="Times New Roman"/>
              </a:rPr>
              <a:t>A</a:t>
            </a:r>
            <a:r>
              <a:rPr dirty="0" smtClean="0" sz="1400" spc="0" b="1">
                <a:solidFill>
                  <a:srgbClr val="172C58"/>
                </a:solidFill>
                <a:latin typeface="Times New Roman"/>
                <a:cs typeface="Times New Roman"/>
              </a:rPr>
              <a:t>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12507" y="3302380"/>
            <a:ext cx="1911667" cy="4003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750"/>
              </a:lnSpc>
              <a:spcBef>
                <a:spcPts val="29"/>
              </a:spcBef>
            </a:pPr>
            <a:endParaRPr sz="750"/>
          </a:p>
          <a:p>
            <a:pPr marL="298386">
              <a:lnSpc>
                <a:spcPct val="95825"/>
              </a:lnSpc>
            </a:pPr>
            <a:r>
              <a:rPr dirty="0" smtClean="0" sz="1200" spc="0" i="1">
                <a:latin typeface="Times New Roman"/>
                <a:cs typeface="Times New Roman"/>
              </a:rPr>
              <a:t>Ad</a:t>
            </a:r>
            <a:r>
              <a:rPr dirty="0" smtClean="0" sz="1200" spc="-4" i="1">
                <a:latin typeface="Times New Roman"/>
                <a:cs typeface="Times New Roman"/>
              </a:rPr>
              <a:t>e</a:t>
            </a:r>
            <a:r>
              <a:rPr dirty="0" smtClean="0" sz="1200" spc="0" i="1">
                <a:latin typeface="Times New Roman"/>
                <a:cs typeface="Times New Roman"/>
              </a:rPr>
              <a:t>má</a:t>
            </a:r>
            <a:r>
              <a:rPr dirty="0" smtClean="0" sz="1200" spc="4" i="1">
                <a:latin typeface="Times New Roman"/>
                <a:cs typeface="Times New Roman"/>
              </a:rPr>
              <a:t>s</a:t>
            </a:r>
            <a:r>
              <a:rPr dirty="0" smtClean="0" sz="1200" spc="0" i="1">
                <a:latin typeface="Times New Roman"/>
                <a:cs typeface="Times New Roman"/>
              </a:rPr>
              <a:t>,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-4" i="1">
                <a:latin typeface="Times New Roman"/>
                <a:cs typeface="Times New Roman"/>
              </a:rPr>
              <a:t>l</a:t>
            </a:r>
            <a:r>
              <a:rPr dirty="0" smtClean="0" sz="1200" spc="0" i="1">
                <a:latin typeface="Times New Roman"/>
                <a:cs typeface="Times New Roman"/>
              </a:rPr>
              <a:t>amentando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924175" y="3302380"/>
            <a:ext cx="1911603" cy="4003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750"/>
              </a:lnSpc>
              <a:spcBef>
                <a:spcPts val="29"/>
              </a:spcBef>
            </a:pPr>
            <a:endParaRPr sz="750"/>
          </a:p>
          <a:p>
            <a:pPr marL="515620">
              <a:lnSpc>
                <a:spcPct val="95825"/>
              </a:lnSpc>
            </a:pPr>
            <a:r>
              <a:rPr dirty="0" smtClean="0" sz="1200" spc="0" i="1">
                <a:latin typeface="Times New Roman"/>
                <a:cs typeface="Times New Roman"/>
              </a:rPr>
              <a:t>C</a:t>
            </a:r>
            <a:r>
              <a:rPr dirty="0" smtClean="0" sz="1200" spc="-34" i="1">
                <a:latin typeface="Times New Roman"/>
                <a:cs typeface="Times New Roman"/>
              </a:rPr>
              <a:t>r</a:t>
            </a:r>
            <a:r>
              <a:rPr dirty="0" smtClean="0" sz="1200" spc="0" i="1">
                <a:latin typeface="Times New Roman"/>
                <a:cs typeface="Times New Roman"/>
              </a:rPr>
              <a:t>e</a:t>
            </a:r>
            <a:r>
              <a:rPr dirty="0" smtClean="0" sz="1200" spc="-4" i="1">
                <a:latin typeface="Times New Roman"/>
                <a:cs typeface="Times New Roman"/>
              </a:rPr>
              <a:t>y</a:t>
            </a:r>
            <a:r>
              <a:rPr dirty="0" smtClean="0" sz="1200" spc="0" i="1">
                <a:latin typeface="Times New Roman"/>
                <a:cs typeface="Times New Roman"/>
              </a:rPr>
              <a:t>endo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0" i="1">
                <a:latin typeface="Times New Roman"/>
                <a:cs typeface="Times New Roman"/>
              </a:rPr>
              <a:t>que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835779" y="3302380"/>
            <a:ext cx="1913001" cy="4003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750"/>
              </a:lnSpc>
              <a:spcBef>
                <a:spcPts val="29"/>
              </a:spcBef>
            </a:pPr>
            <a:endParaRPr sz="750"/>
          </a:p>
          <a:p>
            <a:pPr marL="369697">
              <a:lnSpc>
                <a:spcPct val="95825"/>
              </a:lnSpc>
            </a:pPr>
            <a:r>
              <a:rPr dirty="0" smtClean="0" sz="1200" spc="0" i="1">
                <a:latin typeface="Times New Roman"/>
                <a:cs typeface="Times New Roman"/>
              </a:rPr>
              <a:t>Habiendo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-39" i="1">
                <a:latin typeface="Times New Roman"/>
                <a:cs typeface="Times New Roman"/>
              </a:rPr>
              <a:t>r</a:t>
            </a:r>
            <a:r>
              <a:rPr dirty="0" smtClean="0" sz="1200" spc="0" i="1">
                <a:latin typeface="Times New Roman"/>
                <a:cs typeface="Times New Roman"/>
              </a:rPr>
              <a:t>e</a:t>
            </a:r>
            <a:r>
              <a:rPr dirty="0" smtClean="0" sz="1200" spc="-4" i="1">
                <a:latin typeface="Times New Roman"/>
                <a:cs typeface="Times New Roman"/>
              </a:rPr>
              <a:t>c</a:t>
            </a:r>
            <a:r>
              <a:rPr dirty="0" smtClean="0" sz="1200" spc="0" i="1">
                <a:latin typeface="Times New Roman"/>
                <a:cs typeface="Times New Roman"/>
              </a:rPr>
              <a:t>i</a:t>
            </a:r>
            <a:r>
              <a:rPr dirty="0" smtClean="0" sz="1200" spc="-4" i="1">
                <a:latin typeface="Times New Roman"/>
                <a:cs typeface="Times New Roman"/>
              </a:rPr>
              <a:t>b</a:t>
            </a:r>
            <a:r>
              <a:rPr dirty="0" smtClean="0" sz="1200" spc="0" i="1">
                <a:latin typeface="Times New Roman"/>
                <a:cs typeface="Times New Roman"/>
              </a:rPr>
              <a:t>i</a:t>
            </a:r>
            <a:r>
              <a:rPr dirty="0" smtClean="0" sz="1200" spc="-4" i="1">
                <a:latin typeface="Times New Roman"/>
                <a:cs typeface="Times New Roman"/>
              </a:rPr>
              <a:t>d</a:t>
            </a:r>
            <a:r>
              <a:rPr dirty="0" smtClean="0" sz="1200" spc="0" i="1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12507" y="3702685"/>
            <a:ext cx="1911667" cy="3987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750"/>
              </a:lnSpc>
              <a:spcBef>
                <a:spcPts val="19"/>
              </a:spcBef>
            </a:pPr>
            <a:endParaRPr sz="750"/>
          </a:p>
          <a:p>
            <a:pPr marL="308546">
              <a:lnSpc>
                <a:spcPct val="95825"/>
              </a:lnSpc>
            </a:pPr>
            <a:r>
              <a:rPr dirty="0" smtClean="0" sz="1200" spc="0" i="1">
                <a:latin typeface="Times New Roman"/>
                <a:cs typeface="Times New Roman"/>
              </a:rPr>
              <a:t>Ad</a:t>
            </a:r>
            <a:r>
              <a:rPr dirty="0" smtClean="0" sz="1200" spc="-4" i="1">
                <a:latin typeface="Times New Roman"/>
                <a:cs typeface="Times New Roman"/>
              </a:rPr>
              <a:t>e</a:t>
            </a:r>
            <a:r>
              <a:rPr dirty="0" smtClean="0" sz="1200" spc="0" i="1">
                <a:latin typeface="Times New Roman"/>
                <a:cs typeface="Times New Roman"/>
              </a:rPr>
              <a:t>má</a:t>
            </a:r>
            <a:r>
              <a:rPr dirty="0" smtClean="0" sz="1200" spc="4" i="1">
                <a:latin typeface="Times New Roman"/>
                <a:cs typeface="Times New Roman"/>
              </a:rPr>
              <a:t>s</a:t>
            </a:r>
            <a:r>
              <a:rPr dirty="0" smtClean="0" sz="1200" spc="0" i="1">
                <a:latin typeface="Times New Roman"/>
                <a:cs typeface="Times New Roman"/>
              </a:rPr>
              <a:t>,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-34" i="1">
                <a:latin typeface="Times New Roman"/>
                <a:cs typeface="Times New Roman"/>
              </a:rPr>
              <a:t>r</a:t>
            </a:r>
            <a:r>
              <a:rPr dirty="0" smtClean="0" sz="1200" spc="0" i="1">
                <a:latin typeface="Times New Roman"/>
                <a:cs typeface="Times New Roman"/>
              </a:rPr>
              <a:t>e</a:t>
            </a:r>
            <a:r>
              <a:rPr dirty="0" smtClean="0" sz="1200" spc="-4" i="1">
                <a:latin typeface="Times New Roman"/>
                <a:cs typeface="Times New Roman"/>
              </a:rPr>
              <a:t>c</a:t>
            </a:r>
            <a:r>
              <a:rPr dirty="0" smtClean="0" sz="1200" spc="0" i="1">
                <a:latin typeface="Times New Roman"/>
                <a:cs typeface="Times New Roman"/>
              </a:rPr>
              <a:t>o</a:t>
            </a:r>
            <a:r>
              <a:rPr dirty="0" smtClean="0" sz="1200" spc="-34" i="1">
                <a:latin typeface="Times New Roman"/>
                <a:cs typeface="Times New Roman"/>
              </a:rPr>
              <a:t>r</a:t>
            </a:r>
            <a:r>
              <a:rPr dirty="0" smtClean="0" sz="1200" spc="0" i="1">
                <a:latin typeface="Times New Roman"/>
                <a:cs typeface="Times New Roman"/>
              </a:rPr>
              <a:t>dando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924175" y="3702685"/>
            <a:ext cx="1911603" cy="3987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750"/>
              </a:lnSpc>
              <a:spcBef>
                <a:spcPts val="19"/>
              </a:spcBef>
            </a:pPr>
            <a:endParaRPr sz="750"/>
          </a:p>
          <a:p>
            <a:pPr marL="298450">
              <a:lnSpc>
                <a:spcPct val="95825"/>
              </a:lnSpc>
            </a:pPr>
            <a:r>
              <a:rPr dirty="0" smtClean="0" sz="1200" spc="0" i="1">
                <a:latin typeface="Times New Roman"/>
                <a:cs typeface="Times New Roman"/>
              </a:rPr>
              <a:t>Dando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0" i="1">
                <a:latin typeface="Times New Roman"/>
                <a:cs typeface="Times New Roman"/>
              </a:rPr>
              <a:t>la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0" i="1">
                <a:latin typeface="Times New Roman"/>
                <a:cs typeface="Times New Roman"/>
              </a:rPr>
              <a:t>bi</a:t>
            </a:r>
            <a:r>
              <a:rPr dirty="0" smtClean="0" sz="1200" spc="-4" i="1">
                <a:latin typeface="Times New Roman"/>
                <a:cs typeface="Times New Roman"/>
              </a:rPr>
              <a:t>e</a:t>
            </a:r>
            <a:r>
              <a:rPr dirty="0" smtClean="0" sz="1200" spc="0" i="1">
                <a:latin typeface="Times New Roman"/>
                <a:cs typeface="Times New Roman"/>
              </a:rPr>
              <a:t>nv</a:t>
            </a:r>
            <a:r>
              <a:rPr dirty="0" smtClean="0" sz="1200" spc="-4" i="1">
                <a:latin typeface="Times New Roman"/>
                <a:cs typeface="Times New Roman"/>
              </a:rPr>
              <a:t>e</a:t>
            </a:r>
            <a:r>
              <a:rPr dirty="0" smtClean="0" sz="1200" spc="0" i="1">
                <a:latin typeface="Times New Roman"/>
                <a:cs typeface="Times New Roman"/>
              </a:rPr>
              <a:t>n</a:t>
            </a:r>
            <a:r>
              <a:rPr dirty="0" smtClean="0" sz="1200" spc="-4" i="1">
                <a:latin typeface="Times New Roman"/>
                <a:cs typeface="Times New Roman"/>
              </a:rPr>
              <a:t>i</a:t>
            </a:r>
            <a:r>
              <a:rPr dirty="0" smtClean="0" sz="1200" spc="0" i="1">
                <a:latin typeface="Times New Roman"/>
                <a:cs typeface="Times New Roman"/>
              </a:rPr>
              <a:t>da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835779" y="3702685"/>
            <a:ext cx="1913001" cy="3987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750"/>
              </a:lnSpc>
              <a:spcBef>
                <a:spcPts val="19"/>
              </a:spcBef>
            </a:pPr>
            <a:endParaRPr sz="750"/>
          </a:p>
          <a:p>
            <a:pPr marL="567817">
              <a:lnSpc>
                <a:spcPct val="95825"/>
              </a:lnSpc>
            </a:pPr>
            <a:r>
              <a:rPr dirty="0" smtClean="0" sz="1200" spc="0" i="1">
                <a:latin typeface="Times New Roman"/>
                <a:cs typeface="Times New Roman"/>
              </a:rPr>
              <a:t>Ob</a:t>
            </a:r>
            <a:r>
              <a:rPr dirty="0" smtClean="0" sz="1200" spc="4" i="1">
                <a:latin typeface="Times New Roman"/>
                <a:cs typeface="Times New Roman"/>
              </a:rPr>
              <a:t>s</a:t>
            </a:r>
            <a:r>
              <a:rPr dirty="0" smtClean="0" sz="1200" spc="0" i="1">
                <a:latin typeface="Times New Roman"/>
                <a:cs typeface="Times New Roman"/>
              </a:rPr>
              <a:t>ervando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12507" y="4101465"/>
            <a:ext cx="1911667" cy="3975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750"/>
              </a:lnSpc>
              <a:spcBef>
                <a:spcPts val="19"/>
              </a:spcBef>
            </a:pPr>
            <a:endParaRPr sz="750"/>
          </a:p>
          <a:p>
            <a:pPr marL="326453">
              <a:lnSpc>
                <a:spcPct val="95825"/>
              </a:lnSpc>
            </a:pPr>
            <a:r>
              <a:rPr dirty="0" smtClean="0" sz="1200" spc="0" i="1">
                <a:latin typeface="Times New Roman"/>
                <a:cs typeface="Times New Roman"/>
              </a:rPr>
              <a:t>Ad</a:t>
            </a:r>
            <a:r>
              <a:rPr dirty="0" smtClean="0" sz="1200" spc="-4" i="1">
                <a:latin typeface="Times New Roman"/>
                <a:cs typeface="Times New Roman"/>
              </a:rPr>
              <a:t>v</a:t>
            </a:r>
            <a:r>
              <a:rPr dirty="0" smtClean="0" sz="1200" spc="0" i="1">
                <a:latin typeface="Times New Roman"/>
                <a:cs typeface="Times New Roman"/>
              </a:rPr>
              <a:t>ir</a:t>
            </a:r>
            <a:r>
              <a:rPr dirty="0" smtClean="0" sz="1200" spc="-4" i="1">
                <a:latin typeface="Times New Roman"/>
                <a:cs typeface="Times New Roman"/>
              </a:rPr>
              <a:t>t</a:t>
            </a:r>
            <a:r>
              <a:rPr dirty="0" smtClean="0" sz="1200" spc="4" i="1">
                <a:latin typeface="Times New Roman"/>
                <a:cs typeface="Times New Roman"/>
              </a:rPr>
              <a:t>i</a:t>
            </a:r>
            <a:r>
              <a:rPr dirty="0" smtClean="0" sz="1200" spc="0" i="1">
                <a:latin typeface="Times New Roman"/>
                <a:cs typeface="Times New Roman"/>
              </a:rPr>
              <a:t>endo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0" i="1">
                <a:latin typeface="Times New Roman"/>
                <a:cs typeface="Times New Roman"/>
              </a:rPr>
              <a:t>ad</a:t>
            </a:r>
            <a:r>
              <a:rPr dirty="0" smtClean="0" sz="1200" spc="-4" i="1">
                <a:latin typeface="Times New Roman"/>
                <a:cs typeface="Times New Roman"/>
              </a:rPr>
              <a:t>e</a:t>
            </a:r>
            <a:r>
              <a:rPr dirty="0" smtClean="0" sz="1200" spc="0" i="1">
                <a:latin typeface="Times New Roman"/>
                <a:cs typeface="Times New Roman"/>
              </a:rPr>
              <a:t>más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924175" y="4101465"/>
            <a:ext cx="1911603" cy="3975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750"/>
              </a:lnSpc>
              <a:spcBef>
                <a:spcPts val="19"/>
              </a:spcBef>
            </a:pPr>
            <a:endParaRPr sz="750"/>
          </a:p>
          <a:p>
            <a:pPr marL="316230">
              <a:lnSpc>
                <a:spcPct val="95825"/>
              </a:lnSpc>
            </a:pPr>
            <a:r>
              <a:rPr dirty="0" smtClean="0" sz="1200" spc="0" i="1">
                <a:latin typeface="Times New Roman"/>
                <a:cs typeface="Times New Roman"/>
              </a:rPr>
              <a:t>Dándo</a:t>
            </a:r>
            <a:r>
              <a:rPr dirty="0" smtClean="0" sz="1200" spc="4" i="1">
                <a:latin typeface="Times New Roman"/>
                <a:cs typeface="Times New Roman"/>
              </a:rPr>
              <a:t>s</a:t>
            </a:r>
            <a:r>
              <a:rPr dirty="0" smtClean="0" sz="1200" spc="0" i="1">
                <a:latin typeface="Times New Roman"/>
                <a:cs typeface="Times New Roman"/>
              </a:rPr>
              <a:t>e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-4" i="1">
                <a:latin typeface="Times New Roman"/>
                <a:cs typeface="Times New Roman"/>
              </a:rPr>
              <a:t>c</a:t>
            </a:r>
            <a:r>
              <a:rPr dirty="0" smtClean="0" sz="1200" spc="0" i="1">
                <a:latin typeface="Times New Roman"/>
                <a:cs typeface="Times New Roman"/>
              </a:rPr>
              <a:t>uen</a:t>
            </a:r>
            <a:r>
              <a:rPr dirty="0" smtClean="0" sz="1200" spc="-4" i="1">
                <a:latin typeface="Times New Roman"/>
                <a:cs typeface="Times New Roman"/>
              </a:rPr>
              <a:t>t</a:t>
            </a:r>
            <a:r>
              <a:rPr dirty="0" smtClean="0" sz="1200" spc="0" i="1">
                <a:latin typeface="Times New Roman"/>
                <a:cs typeface="Times New Roman"/>
              </a:rPr>
              <a:t>a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0" i="1">
                <a:latin typeface="Times New Roman"/>
                <a:cs typeface="Times New Roman"/>
              </a:rPr>
              <a:t>que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835779" y="4101465"/>
            <a:ext cx="1913001" cy="3975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750"/>
              </a:lnSpc>
              <a:spcBef>
                <a:spcPts val="19"/>
              </a:spcBef>
            </a:pPr>
            <a:endParaRPr sz="750"/>
          </a:p>
          <a:p>
            <a:pPr marL="93980">
              <a:lnSpc>
                <a:spcPct val="95825"/>
              </a:lnSpc>
            </a:pPr>
            <a:r>
              <a:rPr dirty="0" smtClean="0" sz="1200" spc="0" i="1">
                <a:latin typeface="Times New Roman"/>
                <a:cs typeface="Times New Roman"/>
              </a:rPr>
              <a:t>Ob</a:t>
            </a:r>
            <a:r>
              <a:rPr dirty="0" smtClean="0" sz="1200" spc="4" i="1">
                <a:latin typeface="Times New Roman"/>
                <a:cs typeface="Times New Roman"/>
              </a:rPr>
              <a:t>s</a:t>
            </a:r>
            <a:r>
              <a:rPr dirty="0" smtClean="0" sz="1200" spc="0" i="1">
                <a:latin typeface="Times New Roman"/>
                <a:cs typeface="Times New Roman"/>
              </a:rPr>
              <a:t>ervando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-4" i="1">
                <a:latin typeface="Times New Roman"/>
                <a:cs typeface="Times New Roman"/>
              </a:rPr>
              <a:t>c</a:t>
            </a:r>
            <a:r>
              <a:rPr dirty="0" smtClean="0" sz="1200" spc="0" i="1">
                <a:latin typeface="Times New Roman"/>
                <a:cs typeface="Times New Roman"/>
              </a:rPr>
              <a:t>on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0" i="1">
                <a:latin typeface="Times New Roman"/>
                <a:cs typeface="Times New Roman"/>
              </a:rPr>
              <a:t>ap</a:t>
            </a:r>
            <a:r>
              <a:rPr dirty="0" smtClean="0" sz="1200" spc="-44" i="1">
                <a:latin typeface="Times New Roman"/>
                <a:cs typeface="Times New Roman"/>
              </a:rPr>
              <a:t>r</a:t>
            </a:r>
            <a:r>
              <a:rPr dirty="0" smtClean="0" sz="1200" spc="0" i="1">
                <a:latin typeface="Times New Roman"/>
                <a:cs typeface="Times New Roman"/>
              </a:rPr>
              <a:t>e</a:t>
            </a:r>
            <a:r>
              <a:rPr dirty="0" smtClean="0" sz="1200" spc="-4" i="1">
                <a:latin typeface="Times New Roman"/>
                <a:cs typeface="Times New Roman"/>
              </a:rPr>
              <a:t>c</a:t>
            </a:r>
            <a:r>
              <a:rPr dirty="0" smtClean="0" sz="1200" spc="0" i="1">
                <a:latin typeface="Times New Roman"/>
                <a:cs typeface="Times New Roman"/>
              </a:rPr>
              <a:t>io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12507" y="4498975"/>
            <a:ext cx="1911667" cy="5753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400"/>
              </a:lnSpc>
              <a:spcBef>
                <a:spcPts val="69"/>
              </a:spcBef>
            </a:pPr>
            <a:endParaRPr sz="1400"/>
          </a:p>
          <a:p>
            <a:pPr marL="104140">
              <a:lnSpc>
                <a:spcPct val="95825"/>
              </a:lnSpc>
            </a:pPr>
            <a:r>
              <a:rPr dirty="0" smtClean="0" sz="1200" spc="0" i="1">
                <a:latin typeface="Times New Roman"/>
                <a:cs typeface="Times New Roman"/>
              </a:rPr>
              <a:t>Ad</a:t>
            </a:r>
            <a:r>
              <a:rPr dirty="0" smtClean="0" sz="1200" spc="-4" i="1">
                <a:latin typeface="Times New Roman"/>
                <a:cs typeface="Times New Roman"/>
              </a:rPr>
              <a:t>v</a:t>
            </a:r>
            <a:r>
              <a:rPr dirty="0" smtClean="0" sz="1200" spc="0" i="1">
                <a:latin typeface="Times New Roman"/>
                <a:cs typeface="Times New Roman"/>
              </a:rPr>
              <a:t>ir</a:t>
            </a:r>
            <a:r>
              <a:rPr dirty="0" smtClean="0" sz="1200" spc="-4" i="1">
                <a:latin typeface="Times New Roman"/>
                <a:cs typeface="Times New Roman"/>
              </a:rPr>
              <a:t>t</a:t>
            </a:r>
            <a:r>
              <a:rPr dirty="0" smtClean="0" sz="1200" spc="4" i="1">
                <a:latin typeface="Times New Roman"/>
                <a:cs typeface="Times New Roman"/>
              </a:rPr>
              <a:t>i</a:t>
            </a:r>
            <a:r>
              <a:rPr dirty="0" smtClean="0" sz="1200" spc="0" i="1">
                <a:latin typeface="Times New Roman"/>
                <a:cs typeface="Times New Roman"/>
              </a:rPr>
              <a:t>endo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-4" i="1">
                <a:latin typeface="Times New Roman"/>
                <a:cs typeface="Times New Roman"/>
              </a:rPr>
              <a:t>c</a:t>
            </a:r>
            <a:r>
              <a:rPr dirty="0" smtClean="0" sz="1200" spc="0" i="1">
                <a:latin typeface="Times New Roman"/>
                <a:cs typeface="Times New Roman"/>
              </a:rPr>
              <a:t>on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0" i="1">
                <a:latin typeface="Times New Roman"/>
                <a:cs typeface="Times New Roman"/>
              </a:rPr>
              <a:t>ap</a:t>
            </a:r>
            <a:r>
              <a:rPr dirty="0" smtClean="0" sz="1200" spc="-34" i="1">
                <a:latin typeface="Times New Roman"/>
                <a:cs typeface="Times New Roman"/>
              </a:rPr>
              <a:t>r</a:t>
            </a:r>
            <a:r>
              <a:rPr dirty="0" smtClean="0" sz="1200" spc="0" i="1">
                <a:latin typeface="Times New Roman"/>
                <a:cs typeface="Times New Roman"/>
              </a:rPr>
              <a:t>obac</a:t>
            </a:r>
            <a:r>
              <a:rPr dirty="0" smtClean="0" sz="1200" spc="-4" i="1">
                <a:latin typeface="Times New Roman"/>
                <a:cs typeface="Times New Roman"/>
              </a:rPr>
              <a:t>i</a:t>
            </a:r>
            <a:r>
              <a:rPr dirty="0" smtClean="0" sz="1200" spc="0" i="1">
                <a:latin typeface="Times New Roman"/>
                <a:cs typeface="Times New Roman"/>
              </a:rPr>
              <a:t>ón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924175" y="4498975"/>
            <a:ext cx="1911603" cy="5753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50"/>
              </a:lnSpc>
              <a:spcBef>
                <a:spcPts val="19"/>
              </a:spcBef>
            </a:pPr>
            <a:endParaRPr sz="550"/>
          </a:p>
          <a:p>
            <a:pPr marL="574039">
              <a:lnSpc>
                <a:spcPct val="95825"/>
              </a:lnSpc>
            </a:pPr>
            <a:r>
              <a:rPr dirty="0" smtClean="0" sz="1200" spc="0" i="1">
                <a:latin typeface="Times New Roman"/>
                <a:cs typeface="Times New Roman"/>
              </a:rPr>
              <a:t>Dec</a:t>
            </a:r>
            <a:r>
              <a:rPr dirty="0" smtClean="0" sz="1200" spc="-4" i="1">
                <a:latin typeface="Times New Roman"/>
                <a:cs typeface="Times New Roman"/>
              </a:rPr>
              <a:t>l</a:t>
            </a:r>
            <a:r>
              <a:rPr dirty="0" smtClean="0" sz="1200" spc="0" i="1">
                <a:latin typeface="Times New Roman"/>
                <a:cs typeface="Times New Roman"/>
              </a:rPr>
              <a:t>arando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835779" y="4498975"/>
            <a:ext cx="1913001" cy="5753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50"/>
              </a:lnSpc>
              <a:spcBef>
                <a:spcPts val="19"/>
              </a:spcBef>
            </a:pPr>
            <a:endParaRPr sz="550"/>
          </a:p>
          <a:p>
            <a:pPr marL="234950">
              <a:lnSpc>
                <a:spcPct val="95825"/>
              </a:lnSpc>
            </a:pPr>
            <a:r>
              <a:rPr dirty="0" smtClean="0" sz="1200" spc="0" i="1">
                <a:latin typeface="Times New Roman"/>
                <a:cs typeface="Times New Roman"/>
              </a:rPr>
              <a:t>P</a:t>
            </a:r>
            <a:r>
              <a:rPr dirty="0" smtClean="0" sz="1200" spc="-4" i="1">
                <a:latin typeface="Times New Roman"/>
                <a:cs typeface="Times New Roman"/>
              </a:rPr>
              <a:t>l</a:t>
            </a:r>
            <a:r>
              <a:rPr dirty="0" smtClean="0" sz="1200" spc="0" i="1">
                <a:latin typeface="Times New Roman"/>
                <a:cs typeface="Times New Roman"/>
              </a:rPr>
              <a:t>enamen</a:t>
            </a:r>
            <a:r>
              <a:rPr dirty="0" smtClean="0" sz="1200" spc="-4" i="1">
                <a:latin typeface="Times New Roman"/>
                <a:cs typeface="Times New Roman"/>
              </a:rPr>
              <a:t>t</a:t>
            </a:r>
            <a:r>
              <a:rPr dirty="0" smtClean="0" sz="1200" spc="0" i="1">
                <a:latin typeface="Times New Roman"/>
                <a:cs typeface="Times New Roman"/>
              </a:rPr>
              <a:t>e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4" i="1">
                <a:latin typeface="Times New Roman"/>
                <a:cs typeface="Times New Roman"/>
              </a:rPr>
              <a:t>a</a:t>
            </a:r>
            <a:r>
              <a:rPr dirty="0" smtClean="0" sz="1200" spc="0" i="1">
                <a:latin typeface="Times New Roman"/>
                <a:cs typeface="Times New Roman"/>
              </a:rPr>
              <a:t>l</a:t>
            </a:r>
            <a:r>
              <a:rPr dirty="0" smtClean="0" sz="1200" spc="-4" i="1">
                <a:latin typeface="Times New Roman"/>
                <a:cs typeface="Times New Roman"/>
              </a:rPr>
              <a:t>a</a:t>
            </a:r>
            <a:r>
              <a:rPr dirty="0" smtClean="0" sz="1200" spc="0" i="1">
                <a:latin typeface="Times New Roman"/>
                <a:cs typeface="Times New Roman"/>
              </a:rPr>
              <a:t>r</a:t>
            </a:r>
            <a:r>
              <a:rPr dirty="0" smtClean="0" sz="1200" spc="4" i="1">
                <a:latin typeface="Times New Roman"/>
                <a:cs typeface="Times New Roman"/>
              </a:rPr>
              <a:t>m</a:t>
            </a:r>
            <a:r>
              <a:rPr dirty="0" smtClean="0" sz="1200" spc="0" i="1">
                <a:latin typeface="Times New Roman"/>
                <a:cs typeface="Times New Roman"/>
              </a:rPr>
              <a:t>ados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12507" y="5074285"/>
            <a:ext cx="1911667" cy="3987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750"/>
              </a:lnSpc>
              <a:spcBef>
                <a:spcPts val="19"/>
              </a:spcBef>
            </a:pPr>
            <a:endParaRPr sz="750"/>
          </a:p>
          <a:p>
            <a:pPr marL="261683">
              <a:lnSpc>
                <a:spcPct val="95825"/>
              </a:lnSpc>
            </a:pPr>
            <a:r>
              <a:rPr dirty="0" smtClean="0" sz="1200" spc="0" i="1">
                <a:latin typeface="Times New Roman"/>
                <a:cs typeface="Times New Roman"/>
              </a:rPr>
              <a:t>Ad</a:t>
            </a:r>
            <a:r>
              <a:rPr dirty="0" smtClean="0" sz="1200" spc="-4" i="1">
                <a:latin typeface="Times New Roman"/>
                <a:cs typeface="Times New Roman"/>
              </a:rPr>
              <a:t>v</a:t>
            </a:r>
            <a:r>
              <a:rPr dirty="0" smtClean="0" sz="1200" spc="0" i="1">
                <a:latin typeface="Times New Roman"/>
                <a:cs typeface="Times New Roman"/>
              </a:rPr>
              <a:t>ir</a:t>
            </a:r>
            <a:r>
              <a:rPr dirty="0" smtClean="0" sz="1200" spc="-4" i="1">
                <a:latin typeface="Times New Roman"/>
                <a:cs typeface="Times New Roman"/>
              </a:rPr>
              <a:t>t</a:t>
            </a:r>
            <a:r>
              <a:rPr dirty="0" smtClean="0" sz="1200" spc="4" i="1">
                <a:latin typeface="Times New Roman"/>
                <a:cs typeface="Times New Roman"/>
              </a:rPr>
              <a:t>i</a:t>
            </a:r>
            <a:r>
              <a:rPr dirty="0" smtClean="0" sz="1200" spc="0" i="1">
                <a:latin typeface="Times New Roman"/>
                <a:cs typeface="Times New Roman"/>
              </a:rPr>
              <a:t>endo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-4" i="1">
                <a:latin typeface="Times New Roman"/>
                <a:cs typeface="Times New Roman"/>
              </a:rPr>
              <a:t>c</a:t>
            </a:r>
            <a:r>
              <a:rPr dirty="0" smtClean="0" sz="1200" spc="0" i="1">
                <a:latin typeface="Times New Roman"/>
                <a:cs typeface="Times New Roman"/>
              </a:rPr>
              <a:t>on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0" i="1">
                <a:latin typeface="Times New Roman"/>
                <a:cs typeface="Times New Roman"/>
              </a:rPr>
              <a:t>pes</a:t>
            </a:r>
            <a:r>
              <a:rPr dirty="0" smtClean="0" sz="1200" spc="9" i="1">
                <a:latin typeface="Times New Roman"/>
                <a:cs typeface="Times New Roman"/>
              </a:rPr>
              <a:t>a</a:t>
            </a:r>
            <a:r>
              <a:rPr dirty="0" smtClean="0" sz="1200" spc="0" i="1">
                <a:latin typeface="Times New Roman"/>
                <a:cs typeface="Times New Roman"/>
              </a:rPr>
              <a:t>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924175" y="5074285"/>
            <a:ext cx="1911603" cy="3987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750"/>
              </a:lnSpc>
              <a:spcBef>
                <a:spcPts val="19"/>
              </a:spcBef>
            </a:pPr>
            <a:endParaRPr sz="750"/>
          </a:p>
          <a:p>
            <a:pPr marL="632460">
              <a:lnSpc>
                <a:spcPct val="95825"/>
              </a:lnSpc>
            </a:pPr>
            <a:r>
              <a:rPr dirty="0" smtClean="0" sz="1200" spc="0" i="1">
                <a:latin typeface="Times New Roman"/>
                <a:cs typeface="Times New Roman"/>
              </a:rPr>
              <a:t>Deseando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35779" y="5074285"/>
            <a:ext cx="1913001" cy="3987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750"/>
              </a:lnSpc>
              <a:spcBef>
                <a:spcPts val="19"/>
              </a:spcBef>
            </a:pPr>
            <a:endParaRPr sz="750"/>
          </a:p>
          <a:p>
            <a:pPr marL="72390">
              <a:lnSpc>
                <a:spcPct val="95825"/>
              </a:lnSpc>
            </a:pPr>
            <a:r>
              <a:rPr dirty="0" smtClean="0" sz="1200" spc="0" i="1">
                <a:latin typeface="Times New Roman"/>
                <a:cs typeface="Times New Roman"/>
              </a:rPr>
              <a:t>P</a:t>
            </a:r>
            <a:r>
              <a:rPr dirty="0" smtClean="0" sz="1200" spc="-4" i="1">
                <a:latin typeface="Times New Roman"/>
                <a:cs typeface="Times New Roman"/>
              </a:rPr>
              <a:t>l</a:t>
            </a:r>
            <a:r>
              <a:rPr dirty="0" smtClean="0" sz="1200" spc="0" i="1">
                <a:latin typeface="Times New Roman"/>
                <a:cs typeface="Times New Roman"/>
              </a:rPr>
              <a:t>enamen</a:t>
            </a:r>
            <a:r>
              <a:rPr dirty="0" smtClean="0" sz="1200" spc="-4" i="1">
                <a:latin typeface="Times New Roman"/>
                <a:cs typeface="Times New Roman"/>
              </a:rPr>
              <a:t>t</a:t>
            </a:r>
            <a:r>
              <a:rPr dirty="0" smtClean="0" sz="1200" spc="0" i="1">
                <a:latin typeface="Times New Roman"/>
                <a:cs typeface="Times New Roman"/>
              </a:rPr>
              <a:t>e</a:t>
            </a:r>
            <a:r>
              <a:rPr dirty="0" smtClean="0" sz="1200" spc="4" i="1">
                <a:latin typeface="Times New Roman"/>
                <a:cs typeface="Times New Roman"/>
              </a:rPr>
              <a:t> </a:t>
            </a:r>
            <a:r>
              <a:rPr dirty="0" smtClean="0" sz="1200" spc="0" i="1">
                <a:latin typeface="Times New Roman"/>
                <a:cs typeface="Times New Roman"/>
              </a:rPr>
              <a:t>con</a:t>
            </a:r>
            <a:r>
              <a:rPr dirty="0" smtClean="0" sz="1200" spc="-4" i="1">
                <a:latin typeface="Times New Roman"/>
                <a:cs typeface="Times New Roman"/>
              </a:rPr>
              <a:t>v</a:t>
            </a:r>
            <a:r>
              <a:rPr dirty="0" smtClean="0" sz="1200" spc="0" i="1">
                <a:latin typeface="Times New Roman"/>
                <a:cs typeface="Times New Roman"/>
              </a:rPr>
              <a:t>en</a:t>
            </a:r>
            <a:r>
              <a:rPr dirty="0" smtClean="0" sz="1200" spc="4" i="1">
                <a:latin typeface="Times New Roman"/>
                <a:cs typeface="Times New Roman"/>
              </a:rPr>
              <a:t>c</a:t>
            </a:r>
            <a:r>
              <a:rPr dirty="0" smtClean="0" sz="1200" spc="4" i="1">
                <a:latin typeface="Times New Roman"/>
                <a:cs typeface="Times New Roman"/>
              </a:rPr>
              <a:t>i</a:t>
            </a:r>
            <a:r>
              <a:rPr dirty="0" smtClean="0" sz="1200" spc="0" i="1">
                <a:latin typeface="Times New Roman"/>
                <a:cs typeface="Times New Roman"/>
              </a:rPr>
              <a:t>dos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12507" y="5473065"/>
            <a:ext cx="1911667" cy="60998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50"/>
              </a:lnSpc>
              <a:spcBef>
                <a:spcPts val="19"/>
              </a:spcBef>
            </a:pPr>
            <a:endParaRPr sz="550"/>
          </a:p>
          <a:p>
            <a:pPr marL="544766" marR="436450" indent="-72262">
              <a:lnSpc>
                <a:spcPts val="1379"/>
              </a:lnSpc>
            </a:pPr>
            <a:r>
              <a:rPr dirty="0" smtClean="0" sz="1200" spc="0" i="1">
                <a:latin typeface="Times New Roman"/>
                <a:cs typeface="Times New Roman"/>
              </a:rPr>
              <a:t>Ad</a:t>
            </a:r>
            <a:r>
              <a:rPr dirty="0" smtClean="0" sz="1200" spc="-4" i="1">
                <a:latin typeface="Times New Roman"/>
                <a:cs typeface="Times New Roman"/>
              </a:rPr>
              <a:t>v</a:t>
            </a:r>
            <a:r>
              <a:rPr dirty="0" smtClean="0" sz="1200" spc="0" i="1">
                <a:latin typeface="Times New Roman"/>
                <a:cs typeface="Times New Roman"/>
              </a:rPr>
              <a:t>ir</a:t>
            </a:r>
            <a:r>
              <a:rPr dirty="0" smtClean="0" sz="1200" spc="-4" i="1">
                <a:latin typeface="Times New Roman"/>
                <a:cs typeface="Times New Roman"/>
              </a:rPr>
              <a:t>t</a:t>
            </a:r>
            <a:r>
              <a:rPr dirty="0" smtClean="0" sz="1200" spc="4" i="1">
                <a:latin typeface="Times New Roman"/>
                <a:cs typeface="Times New Roman"/>
              </a:rPr>
              <a:t>i</a:t>
            </a:r>
            <a:r>
              <a:rPr dirty="0" smtClean="0" sz="1200" spc="0" i="1">
                <a:latin typeface="Times New Roman"/>
                <a:cs typeface="Times New Roman"/>
              </a:rPr>
              <a:t>endo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-4" i="1">
                <a:latin typeface="Times New Roman"/>
                <a:cs typeface="Times New Roman"/>
              </a:rPr>
              <a:t>c</a:t>
            </a:r>
            <a:r>
              <a:rPr dirty="0" smtClean="0" sz="1200" spc="0" i="1">
                <a:latin typeface="Times New Roman"/>
                <a:cs typeface="Times New Roman"/>
              </a:rPr>
              <a:t>on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544766" marR="436450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 i="1">
                <a:latin typeface="Times New Roman"/>
                <a:cs typeface="Times New Roman"/>
              </a:rPr>
              <a:t>p</a:t>
            </a:r>
            <a:r>
              <a:rPr dirty="0" smtClean="0" sz="1200" spc="-34" i="1">
                <a:latin typeface="Times New Roman"/>
                <a:cs typeface="Times New Roman"/>
              </a:rPr>
              <a:t>r</a:t>
            </a:r>
            <a:r>
              <a:rPr dirty="0" smtClean="0" sz="1200" spc="0" i="1">
                <a:latin typeface="Times New Roman"/>
                <a:cs typeface="Times New Roman"/>
              </a:rPr>
              <a:t>eo</a:t>
            </a:r>
            <a:r>
              <a:rPr dirty="0" smtClean="0" sz="1200" spc="-4" i="1">
                <a:latin typeface="Times New Roman"/>
                <a:cs typeface="Times New Roman"/>
              </a:rPr>
              <a:t>c</a:t>
            </a:r>
            <a:r>
              <a:rPr dirty="0" smtClean="0" sz="1200" spc="0" i="1">
                <a:latin typeface="Times New Roman"/>
                <a:cs typeface="Times New Roman"/>
              </a:rPr>
              <a:t>upac</a:t>
            </a:r>
            <a:r>
              <a:rPr dirty="0" smtClean="0" sz="1200" spc="-4" i="1">
                <a:latin typeface="Times New Roman"/>
                <a:cs typeface="Times New Roman"/>
              </a:rPr>
              <a:t>i</a:t>
            </a:r>
            <a:r>
              <a:rPr dirty="0" smtClean="0" sz="1200" spc="0" i="1">
                <a:latin typeface="Times New Roman"/>
                <a:cs typeface="Times New Roman"/>
              </a:rPr>
              <a:t>ón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924175" y="5473065"/>
            <a:ext cx="1911603" cy="60998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50"/>
              </a:lnSpc>
              <a:spcBef>
                <a:spcPts val="19"/>
              </a:spcBef>
            </a:pPr>
            <a:endParaRPr sz="550"/>
          </a:p>
          <a:p>
            <a:pPr marL="570229">
              <a:lnSpc>
                <a:spcPct val="95825"/>
              </a:lnSpc>
            </a:pPr>
            <a:r>
              <a:rPr dirty="0" smtClean="0" sz="1200" spc="0" i="1">
                <a:latin typeface="Times New Roman"/>
                <a:cs typeface="Times New Roman"/>
              </a:rPr>
              <a:t>En</a:t>
            </a:r>
            <a:r>
              <a:rPr dirty="0" smtClean="0" sz="1200" spc="-4" i="1">
                <a:latin typeface="Times New Roman"/>
                <a:cs typeface="Times New Roman"/>
              </a:rPr>
              <a:t>f</a:t>
            </a:r>
            <a:r>
              <a:rPr dirty="0" smtClean="0" sz="1200" spc="0" i="1">
                <a:latin typeface="Times New Roman"/>
                <a:cs typeface="Times New Roman"/>
              </a:rPr>
              <a:t>a</a:t>
            </a:r>
            <a:r>
              <a:rPr dirty="0" smtClean="0" sz="1200" spc="-4" i="1">
                <a:latin typeface="Times New Roman"/>
                <a:cs typeface="Times New Roman"/>
              </a:rPr>
              <a:t>t</a:t>
            </a:r>
            <a:r>
              <a:rPr dirty="0" smtClean="0" sz="1200" spc="0" i="1">
                <a:latin typeface="Times New Roman"/>
                <a:cs typeface="Times New Roman"/>
              </a:rPr>
              <a:t>izando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35779" y="5473065"/>
            <a:ext cx="1913001" cy="60998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600"/>
              </a:lnSpc>
              <a:spcBef>
                <a:spcPts val="9"/>
              </a:spcBef>
            </a:pPr>
            <a:endParaRPr sz="600"/>
          </a:p>
          <a:p>
            <a:pPr marL="87757">
              <a:lnSpc>
                <a:spcPct val="95825"/>
              </a:lnSpc>
              <a:spcBef>
                <a:spcPts val="1000"/>
              </a:spcBef>
            </a:pPr>
            <a:r>
              <a:rPr dirty="0" smtClean="0" sz="1200" spc="0" i="1">
                <a:latin typeface="Times New Roman"/>
                <a:cs typeface="Times New Roman"/>
              </a:rPr>
              <a:t>P</a:t>
            </a:r>
            <a:r>
              <a:rPr dirty="0" smtClean="0" sz="1200" spc="-39" i="1">
                <a:latin typeface="Times New Roman"/>
                <a:cs typeface="Times New Roman"/>
              </a:rPr>
              <a:t>r</a:t>
            </a:r>
            <a:r>
              <a:rPr dirty="0" smtClean="0" sz="1200" spc="0" i="1">
                <a:latin typeface="Times New Roman"/>
                <a:cs typeface="Times New Roman"/>
              </a:rPr>
              <a:t>o</a:t>
            </a:r>
            <a:r>
              <a:rPr dirty="0" smtClean="0" sz="1200" spc="-4" i="1">
                <a:latin typeface="Times New Roman"/>
                <a:cs typeface="Times New Roman"/>
              </a:rPr>
              <a:t>f</a:t>
            </a:r>
            <a:r>
              <a:rPr dirty="0" smtClean="0" sz="1200" spc="0" i="1">
                <a:latin typeface="Times New Roman"/>
                <a:cs typeface="Times New Roman"/>
              </a:rPr>
              <a:t>undamente</a:t>
            </a:r>
            <a:r>
              <a:rPr dirty="0" smtClean="0" sz="1200" spc="-4" i="1">
                <a:latin typeface="Times New Roman"/>
                <a:cs typeface="Times New Roman"/>
              </a:rPr>
              <a:t> </a:t>
            </a:r>
            <a:r>
              <a:rPr dirty="0" smtClean="0" sz="1200" spc="0" i="1">
                <a:latin typeface="Times New Roman"/>
                <a:cs typeface="Times New Roman"/>
              </a:rPr>
              <a:t>ar</a:t>
            </a:r>
            <a:r>
              <a:rPr dirty="0" smtClean="0" sz="1200" spc="-34" i="1">
                <a:latin typeface="Times New Roman"/>
                <a:cs typeface="Times New Roman"/>
              </a:rPr>
              <a:t>r</a:t>
            </a:r>
            <a:r>
              <a:rPr dirty="0" smtClean="0" sz="1200" spc="0" i="1">
                <a:latin typeface="Times New Roman"/>
                <a:cs typeface="Times New Roman"/>
              </a:rPr>
              <a:t>ep</a:t>
            </a:r>
            <a:r>
              <a:rPr dirty="0" smtClean="0" sz="1200" spc="-4" i="1">
                <a:latin typeface="Times New Roman"/>
                <a:cs typeface="Times New Roman"/>
              </a:rPr>
              <a:t>e</a:t>
            </a:r>
            <a:r>
              <a:rPr dirty="0" smtClean="0" sz="1200" spc="0" i="1">
                <a:latin typeface="Times New Roman"/>
                <a:cs typeface="Times New Roman"/>
              </a:rPr>
              <a:t>n</a:t>
            </a:r>
            <a:r>
              <a:rPr dirty="0" smtClean="0" sz="1200" spc="-4" i="1">
                <a:latin typeface="Times New Roman"/>
                <a:cs typeface="Times New Roman"/>
              </a:rPr>
              <a:t>t</a:t>
            </a:r>
            <a:r>
              <a:rPr dirty="0" smtClean="0" sz="1200" spc="0" i="1">
                <a:latin typeface="Times New Roman"/>
                <a:cs typeface="Times New Roman"/>
              </a:rPr>
              <a:t>i</a:t>
            </a:r>
            <a:r>
              <a:rPr dirty="0" smtClean="0" sz="1200" spc="-4" i="1">
                <a:latin typeface="Times New Roman"/>
                <a:cs typeface="Times New Roman"/>
              </a:rPr>
              <a:t>d</a:t>
            </a:r>
            <a:r>
              <a:rPr dirty="0" smtClean="0" sz="1200" spc="0" i="1">
                <a:latin typeface="Times New Roman"/>
                <a:cs typeface="Times New Roman"/>
              </a:rPr>
              <a:t>os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12507" y="6083046"/>
            <a:ext cx="1911667" cy="57530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400"/>
              </a:lnSpc>
              <a:spcBef>
                <a:spcPts val="68"/>
              </a:spcBef>
            </a:pPr>
            <a:endParaRPr sz="1400"/>
          </a:p>
          <a:p>
            <a:pPr marL="88900">
              <a:lnSpc>
                <a:spcPct val="95825"/>
              </a:lnSpc>
            </a:pPr>
            <a:r>
              <a:rPr dirty="0" smtClean="0" sz="1200" spc="0" i="1">
                <a:latin typeface="Times New Roman"/>
                <a:cs typeface="Times New Roman"/>
              </a:rPr>
              <a:t>Ad</a:t>
            </a:r>
            <a:r>
              <a:rPr dirty="0" smtClean="0" sz="1200" spc="-4" i="1">
                <a:latin typeface="Times New Roman"/>
                <a:cs typeface="Times New Roman"/>
              </a:rPr>
              <a:t>v</a:t>
            </a:r>
            <a:r>
              <a:rPr dirty="0" smtClean="0" sz="1200" spc="0" i="1">
                <a:latin typeface="Times New Roman"/>
                <a:cs typeface="Times New Roman"/>
              </a:rPr>
              <a:t>ir</a:t>
            </a:r>
            <a:r>
              <a:rPr dirty="0" smtClean="0" sz="1200" spc="-4" i="1">
                <a:latin typeface="Times New Roman"/>
                <a:cs typeface="Times New Roman"/>
              </a:rPr>
              <a:t>t</a:t>
            </a:r>
            <a:r>
              <a:rPr dirty="0" smtClean="0" sz="1200" spc="4" i="1">
                <a:latin typeface="Times New Roman"/>
                <a:cs typeface="Times New Roman"/>
              </a:rPr>
              <a:t>i</a:t>
            </a:r>
            <a:r>
              <a:rPr dirty="0" smtClean="0" sz="1200" spc="0" i="1">
                <a:latin typeface="Times New Roman"/>
                <a:cs typeface="Times New Roman"/>
              </a:rPr>
              <a:t>endo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-4" i="1">
                <a:latin typeface="Times New Roman"/>
                <a:cs typeface="Times New Roman"/>
              </a:rPr>
              <a:t>c</a:t>
            </a:r>
            <a:r>
              <a:rPr dirty="0" smtClean="0" sz="1200" spc="0" i="1">
                <a:latin typeface="Times New Roman"/>
                <a:cs typeface="Times New Roman"/>
              </a:rPr>
              <a:t>on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0" i="1">
                <a:latin typeface="Times New Roman"/>
                <a:cs typeface="Times New Roman"/>
              </a:rPr>
              <a:t>sat</a:t>
            </a:r>
            <a:r>
              <a:rPr dirty="0" smtClean="0" sz="1200" spc="-4" i="1">
                <a:latin typeface="Times New Roman"/>
                <a:cs typeface="Times New Roman"/>
              </a:rPr>
              <a:t>i</a:t>
            </a:r>
            <a:r>
              <a:rPr dirty="0" smtClean="0" sz="1200" spc="9" i="1">
                <a:latin typeface="Times New Roman"/>
                <a:cs typeface="Times New Roman"/>
              </a:rPr>
              <a:t>s</a:t>
            </a:r>
            <a:r>
              <a:rPr dirty="0" smtClean="0" sz="1200" spc="0" i="1">
                <a:latin typeface="Times New Roman"/>
                <a:cs typeface="Times New Roman"/>
              </a:rPr>
              <a:t>f</a:t>
            </a:r>
            <a:r>
              <a:rPr dirty="0" smtClean="0" sz="1200" spc="-4" i="1">
                <a:latin typeface="Times New Roman"/>
                <a:cs typeface="Times New Roman"/>
              </a:rPr>
              <a:t>a</a:t>
            </a:r>
            <a:r>
              <a:rPr dirty="0" smtClean="0" sz="1200" spc="0" i="1">
                <a:latin typeface="Times New Roman"/>
                <a:cs typeface="Times New Roman"/>
              </a:rPr>
              <a:t>c</a:t>
            </a:r>
            <a:r>
              <a:rPr dirty="0" smtClean="0" sz="1200" spc="-4" i="1">
                <a:latin typeface="Times New Roman"/>
                <a:cs typeface="Times New Roman"/>
              </a:rPr>
              <a:t>c</a:t>
            </a:r>
            <a:r>
              <a:rPr dirty="0" smtClean="0" sz="1200" spc="0" i="1">
                <a:latin typeface="Times New Roman"/>
                <a:cs typeface="Times New Roman"/>
              </a:rPr>
              <a:t>i</a:t>
            </a:r>
            <a:r>
              <a:rPr dirty="0" smtClean="0" sz="1200" spc="-4" i="1">
                <a:latin typeface="Times New Roman"/>
                <a:cs typeface="Times New Roman"/>
              </a:rPr>
              <a:t>ó</a:t>
            </a:r>
            <a:r>
              <a:rPr dirty="0" smtClean="0" sz="1200" spc="0" i="1">
                <a:latin typeface="Times New Roman"/>
                <a:cs typeface="Times New Roman"/>
              </a:rPr>
              <a:t>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24175" y="6083046"/>
            <a:ext cx="1911603" cy="57530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50"/>
              </a:lnSpc>
              <a:spcBef>
                <a:spcPts val="18"/>
              </a:spcBef>
            </a:pPr>
            <a:endParaRPr sz="550"/>
          </a:p>
          <a:p>
            <a:pPr marL="607060">
              <a:lnSpc>
                <a:spcPct val="95825"/>
              </a:lnSpc>
            </a:pPr>
            <a:r>
              <a:rPr dirty="0" smtClean="0" sz="1200" spc="0" i="1">
                <a:latin typeface="Times New Roman"/>
                <a:cs typeface="Times New Roman"/>
              </a:rPr>
              <a:t>Esperando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35779" y="6083046"/>
            <a:ext cx="1913001" cy="57530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400"/>
              </a:lnSpc>
              <a:spcBef>
                <a:spcPts val="68"/>
              </a:spcBef>
            </a:pPr>
            <a:endParaRPr sz="1400"/>
          </a:p>
          <a:p>
            <a:pPr marL="124460">
              <a:lnSpc>
                <a:spcPct val="95825"/>
              </a:lnSpc>
            </a:pPr>
            <a:r>
              <a:rPr dirty="0" smtClean="0" sz="1200" spc="0" i="1">
                <a:latin typeface="Times New Roman"/>
                <a:cs typeface="Times New Roman"/>
              </a:rPr>
              <a:t>P</a:t>
            </a:r>
            <a:r>
              <a:rPr dirty="0" smtClean="0" sz="1200" spc="-39" i="1">
                <a:latin typeface="Times New Roman"/>
                <a:cs typeface="Times New Roman"/>
              </a:rPr>
              <a:t>r</a:t>
            </a:r>
            <a:r>
              <a:rPr dirty="0" smtClean="0" sz="1200" spc="0" i="1">
                <a:latin typeface="Times New Roman"/>
                <a:cs typeface="Times New Roman"/>
              </a:rPr>
              <a:t>o</a:t>
            </a:r>
            <a:r>
              <a:rPr dirty="0" smtClean="0" sz="1200" spc="-4" i="1">
                <a:latin typeface="Times New Roman"/>
                <a:cs typeface="Times New Roman"/>
              </a:rPr>
              <a:t>f</a:t>
            </a:r>
            <a:r>
              <a:rPr dirty="0" smtClean="0" sz="1200" spc="0" i="1">
                <a:latin typeface="Times New Roman"/>
                <a:cs typeface="Times New Roman"/>
              </a:rPr>
              <a:t>undamente</a:t>
            </a:r>
            <a:r>
              <a:rPr dirty="0" smtClean="0" sz="1200" spc="-4" i="1">
                <a:latin typeface="Times New Roman"/>
                <a:cs typeface="Times New Roman"/>
              </a:rPr>
              <a:t> </a:t>
            </a:r>
            <a:r>
              <a:rPr dirty="0" smtClean="0" sz="1200" spc="0" i="1">
                <a:latin typeface="Times New Roman"/>
                <a:cs typeface="Times New Roman"/>
              </a:rPr>
              <a:t>consc</a:t>
            </a:r>
            <a:r>
              <a:rPr dirty="0" smtClean="0" sz="1200" spc="-4" i="1">
                <a:latin typeface="Times New Roman"/>
                <a:cs typeface="Times New Roman"/>
              </a:rPr>
              <a:t>i</a:t>
            </a:r>
            <a:r>
              <a:rPr dirty="0" smtClean="0" sz="1200" spc="0" i="1">
                <a:latin typeface="Times New Roman"/>
                <a:cs typeface="Times New Roman"/>
              </a:rPr>
              <a:t>en</a:t>
            </a:r>
            <a:r>
              <a:rPr dirty="0" smtClean="0" sz="1200" spc="-4" i="1">
                <a:latin typeface="Times New Roman"/>
                <a:cs typeface="Times New Roman"/>
              </a:rPr>
              <a:t>t</a:t>
            </a:r>
            <a:r>
              <a:rPr dirty="0" smtClean="0" sz="1200" spc="0" i="1">
                <a:latin typeface="Times New Roman"/>
                <a:cs typeface="Times New Roman"/>
              </a:rPr>
              <a:t>es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12507" y="6658356"/>
            <a:ext cx="1911667" cy="39865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750"/>
              </a:lnSpc>
              <a:spcBef>
                <a:spcPts val="18"/>
              </a:spcBef>
            </a:pPr>
            <a:endParaRPr sz="750"/>
          </a:p>
          <a:p>
            <a:pPr marL="612203">
              <a:lnSpc>
                <a:spcPct val="95825"/>
              </a:lnSpc>
            </a:pPr>
            <a:r>
              <a:rPr dirty="0" smtClean="0" sz="1200" spc="0" i="1">
                <a:latin typeface="Times New Roman"/>
                <a:cs typeface="Times New Roman"/>
              </a:rPr>
              <a:t>A</a:t>
            </a:r>
            <a:r>
              <a:rPr dirty="0" smtClean="0" sz="1200" spc="-4" i="1">
                <a:latin typeface="Times New Roman"/>
                <a:cs typeface="Times New Roman"/>
              </a:rPr>
              <a:t>f</a:t>
            </a:r>
            <a:r>
              <a:rPr dirty="0" smtClean="0" sz="1200" spc="0" i="1">
                <a:latin typeface="Times New Roman"/>
                <a:cs typeface="Times New Roman"/>
              </a:rPr>
              <a:t>irmando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24175" y="6658356"/>
            <a:ext cx="1911603" cy="39865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750"/>
              </a:lnSpc>
              <a:spcBef>
                <a:spcPts val="18"/>
              </a:spcBef>
            </a:pPr>
            <a:endParaRPr sz="750"/>
          </a:p>
          <a:p>
            <a:pPr marL="241300">
              <a:lnSpc>
                <a:spcPct val="95825"/>
              </a:lnSpc>
            </a:pPr>
            <a:r>
              <a:rPr dirty="0" smtClean="0" sz="1200" spc="0" i="1">
                <a:latin typeface="Times New Roman"/>
                <a:cs typeface="Times New Roman"/>
              </a:rPr>
              <a:t>E</a:t>
            </a:r>
            <a:r>
              <a:rPr dirty="0" smtClean="0" sz="1200" spc="-4" i="1">
                <a:latin typeface="Times New Roman"/>
                <a:cs typeface="Times New Roman"/>
              </a:rPr>
              <a:t>x</a:t>
            </a:r>
            <a:r>
              <a:rPr dirty="0" smtClean="0" sz="1200" spc="0" i="1">
                <a:latin typeface="Times New Roman"/>
                <a:cs typeface="Times New Roman"/>
              </a:rPr>
              <a:t>p</a:t>
            </a:r>
            <a:r>
              <a:rPr dirty="0" smtClean="0" sz="1200" spc="-34" i="1">
                <a:latin typeface="Times New Roman"/>
                <a:cs typeface="Times New Roman"/>
              </a:rPr>
              <a:t>r</a:t>
            </a:r>
            <a:r>
              <a:rPr dirty="0" smtClean="0" sz="1200" spc="0" i="1">
                <a:latin typeface="Times New Roman"/>
                <a:cs typeface="Times New Roman"/>
              </a:rPr>
              <a:t>esando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0" i="1">
                <a:latin typeface="Times New Roman"/>
                <a:cs typeface="Times New Roman"/>
              </a:rPr>
              <a:t>su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0" i="1">
                <a:latin typeface="Times New Roman"/>
                <a:cs typeface="Times New Roman"/>
              </a:rPr>
              <a:t>ap</a:t>
            </a:r>
            <a:r>
              <a:rPr dirty="0" smtClean="0" sz="1200" spc="-34" i="1">
                <a:latin typeface="Times New Roman"/>
                <a:cs typeface="Times New Roman"/>
              </a:rPr>
              <a:t>r</a:t>
            </a:r>
            <a:r>
              <a:rPr dirty="0" smtClean="0" sz="1200" spc="0" i="1">
                <a:latin typeface="Times New Roman"/>
                <a:cs typeface="Times New Roman"/>
              </a:rPr>
              <a:t>e</a:t>
            </a:r>
            <a:r>
              <a:rPr dirty="0" smtClean="0" sz="1200" spc="-14" i="1">
                <a:latin typeface="Times New Roman"/>
                <a:cs typeface="Times New Roman"/>
              </a:rPr>
              <a:t>c</a:t>
            </a:r>
            <a:r>
              <a:rPr dirty="0" smtClean="0" sz="1200" spc="0" i="1">
                <a:latin typeface="Times New Roman"/>
                <a:cs typeface="Times New Roman"/>
              </a:rPr>
              <a:t>io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35779" y="6658356"/>
            <a:ext cx="1913001" cy="39865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750"/>
              </a:lnSpc>
              <a:spcBef>
                <a:spcPts val="18"/>
              </a:spcBef>
            </a:pPr>
            <a:endParaRPr sz="750"/>
          </a:p>
          <a:p>
            <a:pPr marL="77597">
              <a:lnSpc>
                <a:spcPct val="95825"/>
              </a:lnSpc>
            </a:pPr>
            <a:r>
              <a:rPr dirty="0" smtClean="0" sz="1200" spc="0" i="1">
                <a:latin typeface="Times New Roman"/>
                <a:cs typeface="Times New Roman"/>
              </a:rPr>
              <a:t>P</a:t>
            </a:r>
            <a:r>
              <a:rPr dirty="0" smtClean="0" sz="1200" spc="-39" i="1">
                <a:latin typeface="Times New Roman"/>
                <a:cs typeface="Times New Roman"/>
              </a:rPr>
              <a:t>r</a:t>
            </a:r>
            <a:r>
              <a:rPr dirty="0" smtClean="0" sz="1200" spc="0" i="1">
                <a:latin typeface="Times New Roman"/>
                <a:cs typeface="Times New Roman"/>
              </a:rPr>
              <a:t>o</a:t>
            </a:r>
            <a:r>
              <a:rPr dirty="0" smtClean="0" sz="1200" spc="-4" i="1">
                <a:latin typeface="Times New Roman"/>
                <a:cs typeface="Times New Roman"/>
              </a:rPr>
              <a:t>f</a:t>
            </a:r>
            <a:r>
              <a:rPr dirty="0" smtClean="0" sz="1200" spc="0" i="1">
                <a:latin typeface="Times New Roman"/>
                <a:cs typeface="Times New Roman"/>
              </a:rPr>
              <a:t>undamente</a:t>
            </a:r>
            <a:r>
              <a:rPr dirty="0" smtClean="0" sz="1200" spc="-4" i="1">
                <a:latin typeface="Times New Roman"/>
                <a:cs typeface="Times New Roman"/>
              </a:rPr>
              <a:t> </a:t>
            </a:r>
            <a:r>
              <a:rPr dirty="0" smtClean="0" sz="1200" spc="0" i="1">
                <a:latin typeface="Times New Roman"/>
                <a:cs typeface="Times New Roman"/>
              </a:rPr>
              <a:t>mol</a:t>
            </a:r>
            <a:r>
              <a:rPr dirty="0" smtClean="0" sz="1200" spc="4" i="1">
                <a:latin typeface="Times New Roman"/>
                <a:cs typeface="Times New Roman"/>
              </a:rPr>
              <a:t>e</a:t>
            </a:r>
            <a:r>
              <a:rPr dirty="0" smtClean="0" sz="1200" spc="0" i="1">
                <a:latin typeface="Times New Roman"/>
                <a:cs typeface="Times New Roman"/>
              </a:rPr>
              <a:t>stos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12507" y="7057009"/>
            <a:ext cx="1911667" cy="57289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50"/>
              </a:lnSpc>
              <a:spcBef>
                <a:spcPts val="20"/>
              </a:spcBef>
            </a:pPr>
            <a:endParaRPr sz="550"/>
          </a:p>
          <a:p>
            <a:pPr marL="509206">
              <a:lnSpc>
                <a:spcPct val="95825"/>
              </a:lnSpc>
            </a:pPr>
            <a:r>
              <a:rPr dirty="0" smtClean="0" sz="1200" spc="0" i="1">
                <a:latin typeface="Times New Roman"/>
                <a:cs typeface="Times New Roman"/>
              </a:rPr>
              <a:t>A</a:t>
            </a:r>
            <a:r>
              <a:rPr dirty="0" smtClean="0" sz="1200" spc="-4" i="1">
                <a:latin typeface="Times New Roman"/>
                <a:cs typeface="Times New Roman"/>
              </a:rPr>
              <a:t>l</a:t>
            </a:r>
            <a:r>
              <a:rPr dirty="0" smtClean="0" sz="1200" spc="0" i="1">
                <a:latin typeface="Times New Roman"/>
                <a:cs typeface="Times New Roman"/>
              </a:rPr>
              <a:t>ar</a:t>
            </a:r>
            <a:r>
              <a:rPr dirty="0" smtClean="0" sz="1200" spc="4" i="1">
                <a:latin typeface="Times New Roman"/>
                <a:cs typeface="Times New Roman"/>
              </a:rPr>
              <a:t>m</a:t>
            </a:r>
            <a:r>
              <a:rPr dirty="0" smtClean="0" sz="1200" spc="0" i="1">
                <a:latin typeface="Times New Roman"/>
                <a:cs typeface="Times New Roman"/>
              </a:rPr>
              <a:t>ado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0" i="1">
                <a:latin typeface="Times New Roman"/>
                <a:cs typeface="Times New Roman"/>
              </a:rPr>
              <a:t>por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24175" y="7057009"/>
            <a:ext cx="1911603" cy="57289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400"/>
              </a:lnSpc>
              <a:spcBef>
                <a:spcPts val="59"/>
              </a:spcBef>
            </a:pPr>
            <a:endParaRPr sz="1400"/>
          </a:p>
          <a:p>
            <a:pPr marL="129539">
              <a:lnSpc>
                <a:spcPct val="95825"/>
              </a:lnSpc>
            </a:pPr>
            <a:r>
              <a:rPr dirty="0" smtClean="0" sz="1200" spc="0" i="1">
                <a:latin typeface="Times New Roman"/>
                <a:cs typeface="Times New Roman"/>
              </a:rPr>
              <a:t>E</a:t>
            </a:r>
            <a:r>
              <a:rPr dirty="0" smtClean="0" sz="1200" spc="-4" i="1">
                <a:latin typeface="Times New Roman"/>
                <a:cs typeface="Times New Roman"/>
              </a:rPr>
              <a:t>x</a:t>
            </a:r>
            <a:r>
              <a:rPr dirty="0" smtClean="0" sz="1200" spc="0" i="1">
                <a:latin typeface="Times New Roman"/>
                <a:cs typeface="Times New Roman"/>
              </a:rPr>
              <a:t>p</a:t>
            </a:r>
            <a:r>
              <a:rPr dirty="0" smtClean="0" sz="1200" spc="-34" i="1">
                <a:latin typeface="Times New Roman"/>
                <a:cs typeface="Times New Roman"/>
              </a:rPr>
              <a:t>r</a:t>
            </a:r>
            <a:r>
              <a:rPr dirty="0" smtClean="0" sz="1200" spc="0" i="1">
                <a:latin typeface="Times New Roman"/>
                <a:cs typeface="Times New Roman"/>
              </a:rPr>
              <a:t>esando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0" i="1">
                <a:latin typeface="Times New Roman"/>
                <a:cs typeface="Times New Roman"/>
              </a:rPr>
              <a:t>su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0" i="1">
                <a:latin typeface="Times New Roman"/>
                <a:cs typeface="Times New Roman"/>
              </a:rPr>
              <a:t>sat</a:t>
            </a:r>
            <a:r>
              <a:rPr dirty="0" smtClean="0" sz="1200" spc="-4" i="1">
                <a:latin typeface="Times New Roman"/>
                <a:cs typeface="Times New Roman"/>
              </a:rPr>
              <a:t>i</a:t>
            </a:r>
            <a:r>
              <a:rPr dirty="0" smtClean="0" sz="1200" spc="0" i="1">
                <a:latin typeface="Times New Roman"/>
                <a:cs typeface="Times New Roman"/>
              </a:rPr>
              <a:t>sfac</a:t>
            </a:r>
            <a:r>
              <a:rPr dirty="0" smtClean="0" sz="1200" spc="-4" i="1">
                <a:latin typeface="Times New Roman"/>
                <a:cs typeface="Times New Roman"/>
              </a:rPr>
              <a:t>c</a:t>
            </a:r>
            <a:r>
              <a:rPr dirty="0" smtClean="0" sz="1200" spc="0" i="1">
                <a:latin typeface="Times New Roman"/>
                <a:cs typeface="Times New Roman"/>
              </a:rPr>
              <a:t>i</a:t>
            </a:r>
            <a:r>
              <a:rPr dirty="0" smtClean="0" sz="1200" spc="-4" i="1">
                <a:latin typeface="Times New Roman"/>
                <a:cs typeface="Times New Roman"/>
              </a:rPr>
              <a:t>ó</a:t>
            </a:r>
            <a:r>
              <a:rPr dirty="0" smtClean="0" sz="1200" spc="0" i="1">
                <a:latin typeface="Times New Roman"/>
                <a:cs typeface="Times New Roman"/>
              </a:rPr>
              <a:t>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35779" y="7057009"/>
            <a:ext cx="1913001" cy="57289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400"/>
              </a:lnSpc>
              <a:spcBef>
                <a:spcPts val="59"/>
              </a:spcBef>
            </a:pPr>
            <a:endParaRPr sz="1400"/>
          </a:p>
          <a:p>
            <a:pPr marL="83947">
              <a:lnSpc>
                <a:spcPct val="95825"/>
              </a:lnSpc>
            </a:pPr>
            <a:r>
              <a:rPr dirty="0" smtClean="0" sz="1200" spc="0" i="1">
                <a:latin typeface="Times New Roman"/>
                <a:cs typeface="Times New Roman"/>
              </a:rPr>
              <a:t>P</a:t>
            </a:r>
            <a:r>
              <a:rPr dirty="0" smtClean="0" sz="1200" spc="-39" i="1">
                <a:latin typeface="Times New Roman"/>
                <a:cs typeface="Times New Roman"/>
              </a:rPr>
              <a:t>r</a:t>
            </a:r>
            <a:r>
              <a:rPr dirty="0" smtClean="0" sz="1200" spc="0" i="1">
                <a:latin typeface="Times New Roman"/>
                <a:cs typeface="Times New Roman"/>
              </a:rPr>
              <a:t>o</a:t>
            </a:r>
            <a:r>
              <a:rPr dirty="0" smtClean="0" sz="1200" spc="-4" i="1">
                <a:latin typeface="Times New Roman"/>
                <a:cs typeface="Times New Roman"/>
              </a:rPr>
              <a:t>f</a:t>
            </a:r>
            <a:r>
              <a:rPr dirty="0" smtClean="0" sz="1200" spc="0" i="1">
                <a:latin typeface="Times New Roman"/>
                <a:cs typeface="Times New Roman"/>
              </a:rPr>
              <a:t>undamente</a:t>
            </a:r>
            <a:r>
              <a:rPr dirty="0" smtClean="0" sz="1200" spc="-4" i="1">
                <a:latin typeface="Times New Roman"/>
                <a:cs typeface="Times New Roman"/>
              </a:rPr>
              <a:t> </a:t>
            </a:r>
            <a:r>
              <a:rPr dirty="0" smtClean="0" sz="1200" spc="0" i="1">
                <a:latin typeface="Times New Roman"/>
                <a:cs typeface="Times New Roman"/>
              </a:rPr>
              <a:t>p</a:t>
            </a:r>
            <a:r>
              <a:rPr dirty="0" smtClean="0" sz="1200" spc="-34" i="1">
                <a:latin typeface="Times New Roman"/>
                <a:cs typeface="Times New Roman"/>
              </a:rPr>
              <a:t>r</a:t>
            </a:r>
            <a:r>
              <a:rPr dirty="0" smtClean="0" sz="1200" spc="0" i="1">
                <a:latin typeface="Times New Roman"/>
                <a:cs typeface="Times New Roman"/>
              </a:rPr>
              <a:t>eo</a:t>
            </a:r>
            <a:r>
              <a:rPr dirty="0" smtClean="0" sz="1200" spc="-4" i="1">
                <a:latin typeface="Times New Roman"/>
                <a:cs typeface="Times New Roman"/>
              </a:rPr>
              <a:t>c</a:t>
            </a:r>
            <a:r>
              <a:rPr dirty="0" smtClean="0" sz="1200" spc="0" i="1">
                <a:latin typeface="Times New Roman"/>
                <a:cs typeface="Times New Roman"/>
              </a:rPr>
              <a:t>upados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12507" y="7629906"/>
            <a:ext cx="1911667" cy="4000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750"/>
              </a:lnSpc>
              <a:spcBef>
                <a:spcPts val="29"/>
              </a:spcBef>
            </a:pPr>
            <a:endParaRPr sz="750"/>
          </a:p>
          <a:p>
            <a:pPr marL="613473" marR="648868" algn="ctr">
              <a:lnSpc>
                <a:spcPct val="95825"/>
              </a:lnSpc>
            </a:pPr>
            <a:r>
              <a:rPr dirty="0" smtClean="0" sz="1200" spc="0" i="1">
                <a:latin typeface="Times New Roman"/>
                <a:cs typeface="Times New Roman"/>
              </a:rPr>
              <a:t>Buscando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24175" y="7629906"/>
            <a:ext cx="1911603" cy="4000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750"/>
              </a:lnSpc>
              <a:spcBef>
                <a:spcPts val="29"/>
              </a:spcBef>
            </a:pPr>
            <a:endParaRPr sz="750"/>
          </a:p>
          <a:p>
            <a:pPr marL="554989">
              <a:lnSpc>
                <a:spcPct val="95825"/>
              </a:lnSpc>
            </a:pPr>
            <a:r>
              <a:rPr dirty="0" smtClean="0" sz="1200" spc="0" i="1">
                <a:latin typeface="Times New Roman"/>
                <a:cs typeface="Times New Roman"/>
              </a:rPr>
              <a:t>Guiados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0" i="1">
                <a:latin typeface="Times New Roman"/>
                <a:cs typeface="Times New Roman"/>
              </a:rPr>
              <a:t>por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35779" y="7629906"/>
            <a:ext cx="1913001" cy="4000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750"/>
              </a:lnSpc>
              <a:spcBef>
                <a:spcPts val="29"/>
              </a:spcBef>
            </a:pPr>
            <a:endParaRPr sz="750"/>
          </a:p>
          <a:p>
            <a:pPr marL="509397">
              <a:lnSpc>
                <a:spcPct val="95825"/>
              </a:lnSpc>
            </a:pPr>
            <a:r>
              <a:rPr dirty="0" smtClean="0" sz="1200" spc="0" i="1">
                <a:latin typeface="Times New Roman"/>
                <a:cs typeface="Times New Roman"/>
              </a:rPr>
              <a:t>R</a:t>
            </a:r>
            <a:r>
              <a:rPr dirty="0" smtClean="0" sz="1200" spc="-4" i="1">
                <a:latin typeface="Times New Roman"/>
                <a:cs typeface="Times New Roman"/>
              </a:rPr>
              <a:t>e</a:t>
            </a:r>
            <a:r>
              <a:rPr dirty="0" smtClean="0" sz="1200" spc="0" i="1">
                <a:latin typeface="Times New Roman"/>
                <a:cs typeface="Times New Roman"/>
              </a:rPr>
              <a:t>cono</a:t>
            </a:r>
            <a:r>
              <a:rPr dirty="0" smtClean="0" sz="1200" spc="-4" i="1">
                <a:latin typeface="Times New Roman"/>
                <a:cs typeface="Times New Roman"/>
              </a:rPr>
              <a:t>c</a:t>
            </a:r>
            <a:r>
              <a:rPr dirty="0" smtClean="0" sz="1200" spc="4" i="1">
                <a:latin typeface="Times New Roman"/>
                <a:cs typeface="Times New Roman"/>
              </a:rPr>
              <a:t>i</a:t>
            </a:r>
            <a:r>
              <a:rPr dirty="0" smtClean="0" sz="1200" spc="0" i="1">
                <a:latin typeface="Times New Roman"/>
                <a:cs typeface="Times New Roman"/>
              </a:rPr>
              <a:t>endo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2507" y="8029956"/>
            <a:ext cx="1911667" cy="39865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750"/>
              </a:lnSpc>
              <a:spcBef>
                <a:spcPts val="18"/>
              </a:spcBef>
            </a:pPr>
            <a:endParaRPr sz="750"/>
          </a:p>
          <a:p>
            <a:pPr marL="509206">
              <a:lnSpc>
                <a:spcPct val="95825"/>
              </a:lnSpc>
            </a:pPr>
            <a:r>
              <a:rPr dirty="0" smtClean="0" sz="1200" spc="0" i="1">
                <a:latin typeface="Times New Roman"/>
                <a:cs typeface="Times New Roman"/>
              </a:rPr>
              <a:t>Consci</a:t>
            </a:r>
            <a:r>
              <a:rPr dirty="0" smtClean="0" sz="1200" spc="-4" i="1">
                <a:latin typeface="Times New Roman"/>
                <a:cs typeface="Times New Roman"/>
              </a:rPr>
              <a:t>e</a:t>
            </a:r>
            <a:r>
              <a:rPr dirty="0" smtClean="0" sz="1200" spc="0" i="1">
                <a:latin typeface="Times New Roman"/>
                <a:cs typeface="Times New Roman"/>
              </a:rPr>
              <a:t>n</a:t>
            </a:r>
            <a:r>
              <a:rPr dirty="0" smtClean="0" sz="1200" spc="-4" i="1">
                <a:latin typeface="Times New Roman"/>
                <a:cs typeface="Times New Roman"/>
              </a:rPr>
              <a:t>t</a:t>
            </a:r>
            <a:r>
              <a:rPr dirty="0" smtClean="0" sz="1200" spc="0" i="1">
                <a:latin typeface="Times New Roman"/>
                <a:cs typeface="Times New Roman"/>
              </a:rPr>
              <a:t>e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0" i="1">
                <a:latin typeface="Times New Roman"/>
                <a:cs typeface="Times New Roman"/>
              </a:rPr>
              <a:t>de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24175" y="8029956"/>
            <a:ext cx="1911603" cy="39865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750"/>
              </a:lnSpc>
              <a:spcBef>
                <a:spcPts val="18"/>
              </a:spcBef>
            </a:pPr>
            <a:endParaRPr sz="750"/>
          </a:p>
          <a:p>
            <a:pPr marL="331470">
              <a:lnSpc>
                <a:spcPct val="95825"/>
              </a:lnSpc>
            </a:pPr>
            <a:r>
              <a:rPr dirty="0" smtClean="0" sz="1200" spc="0" i="1">
                <a:latin typeface="Times New Roman"/>
                <a:cs typeface="Times New Roman"/>
              </a:rPr>
              <a:t>Habiendo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0" i="1">
                <a:latin typeface="Times New Roman"/>
                <a:cs typeface="Times New Roman"/>
              </a:rPr>
              <a:t>adop</a:t>
            </a:r>
            <a:r>
              <a:rPr dirty="0" smtClean="0" sz="1200" spc="-4" i="1">
                <a:latin typeface="Times New Roman"/>
                <a:cs typeface="Times New Roman"/>
              </a:rPr>
              <a:t>t</a:t>
            </a:r>
            <a:r>
              <a:rPr dirty="0" smtClean="0" sz="1200" spc="0" i="1">
                <a:latin typeface="Times New Roman"/>
                <a:cs typeface="Times New Roman"/>
              </a:rPr>
              <a:t>ado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35779" y="8029956"/>
            <a:ext cx="1913001" cy="39865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750"/>
              </a:lnSpc>
              <a:spcBef>
                <a:spcPts val="18"/>
              </a:spcBef>
            </a:pPr>
            <a:endParaRPr sz="750"/>
          </a:p>
          <a:p>
            <a:pPr marL="571626">
              <a:lnSpc>
                <a:spcPct val="95825"/>
              </a:lnSpc>
            </a:pPr>
            <a:r>
              <a:rPr dirty="0" smtClean="0" sz="1200" spc="0" i="1">
                <a:latin typeface="Times New Roman"/>
                <a:cs typeface="Times New Roman"/>
              </a:rPr>
              <a:t>R</a:t>
            </a:r>
            <a:r>
              <a:rPr dirty="0" smtClean="0" sz="1200" spc="-4" i="1">
                <a:latin typeface="Times New Roman"/>
                <a:cs typeface="Times New Roman"/>
              </a:rPr>
              <a:t>e</a:t>
            </a:r>
            <a:r>
              <a:rPr dirty="0" smtClean="0" sz="1200" spc="0" i="1">
                <a:latin typeface="Times New Roman"/>
                <a:cs typeface="Times New Roman"/>
              </a:rPr>
              <a:t>co</a:t>
            </a:r>
            <a:r>
              <a:rPr dirty="0" smtClean="0" sz="1200" spc="-39" i="1">
                <a:latin typeface="Times New Roman"/>
                <a:cs typeface="Times New Roman"/>
              </a:rPr>
              <a:t>r</a:t>
            </a:r>
            <a:r>
              <a:rPr dirty="0" smtClean="0" sz="1200" spc="0" i="1">
                <a:latin typeface="Times New Roman"/>
                <a:cs typeface="Times New Roman"/>
              </a:rPr>
              <a:t>dando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2507" y="8428609"/>
            <a:ext cx="1911667" cy="3978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750"/>
              </a:lnSpc>
              <a:spcBef>
                <a:spcPts val="22"/>
              </a:spcBef>
            </a:pPr>
            <a:endParaRPr sz="750"/>
          </a:p>
          <a:p>
            <a:pPr marL="528256">
              <a:lnSpc>
                <a:spcPct val="95825"/>
              </a:lnSpc>
            </a:pPr>
            <a:r>
              <a:rPr dirty="0" smtClean="0" sz="1200" spc="0" i="1">
                <a:latin typeface="Times New Roman"/>
                <a:cs typeface="Times New Roman"/>
              </a:rPr>
              <a:t>Consid</a:t>
            </a:r>
            <a:r>
              <a:rPr dirty="0" smtClean="0" sz="1200" spc="-4" i="1">
                <a:latin typeface="Times New Roman"/>
                <a:cs typeface="Times New Roman"/>
              </a:rPr>
              <a:t>e</a:t>
            </a:r>
            <a:r>
              <a:rPr dirty="0" smtClean="0" sz="1200" spc="0" i="1">
                <a:latin typeface="Times New Roman"/>
                <a:cs typeface="Times New Roman"/>
              </a:rPr>
              <a:t>rando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24175" y="8428609"/>
            <a:ext cx="1911603" cy="3978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750"/>
              </a:lnSpc>
              <a:spcBef>
                <a:spcPts val="22"/>
              </a:spcBef>
            </a:pPr>
            <a:endParaRPr sz="750"/>
          </a:p>
          <a:p>
            <a:pPr marL="262889">
              <a:lnSpc>
                <a:spcPct val="95825"/>
              </a:lnSpc>
            </a:pPr>
            <a:r>
              <a:rPr dirty="0" smtClean="0" sz="1200" spc="0" i="1">
                <a:latin typeface="Times New Roman"/>
                <a:cs typeface="Times New Roman"/>
              </a:rPr>
              <a:t>Habiendo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-4" i="1">
                <a:latin typeface="Times New Roman"/>
                <a:cs typeface="Times New Roman"/>
              </a:rPr>
              <a:t>c</a:t>
            </a:r>
            <a:r>
              <a:rPr dirty="0" smtClean="0" sz="1200" spc="0" i="1">
                <a:latin typeface="Times New Roman"/>
                <a:cs typeface="Times New Roman"/>
              </a:rPr>
              <a:t>onsider</a:t>
            </a:r>
            <a:r>
              <a:rPr dirty="0" smtClean="0" sz="1200" spc="9" i="1">
                <a:latin typeface="Times New Roman"/>
                <a:cs typeface="Times New Roman"/>
              </a:rPr>
              <a:t>a</a:t>
            </a:r>
            <a:r>
              <a:rPr dirty="0" smtClean="0" sz="1200" spc="0" i="1">
                <a:latin typeface="Times New Roman"/>
                <a:cs typeface="Times New Roman"/>
              </a:rPr>
              <a:t>do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35779" y="8428609"/>
            <a:ext cx="1913001" cy="3978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750"/>
              </a:lnSpc>
              <a:spcBef>
                <a:spcPts val="22"/>
              </a:spcBef>
            </a:pPr>
            <a:endParaRPr sz="750"/>
          </a:p>
          <a:p>
            <a:pPr marL="563880">
              <a:lnSpc>
                <a:spcPct val="95825"/>
              </a:lnSpc>
            </a:pPr>
            <a:r>
              <a:rPr dirty="0" smtClean="0" sz="1200" spc="0" i="1">
                <a:latin typeface="Times New Roman"/>
                <a:cs typeface="Times New Roman"/>
              </a:rPr>
              <a:t>R</a:t>
            </a:r>
            <a:r>
              <a:rPr dirty="0" smtClean="0" sz="1200" spc="-4" i="1">
                <a:latin typeface="Times New Roman"/>
                <a:cs typeface="Times New Roman"/>
              </a:rPr>
              <a:t>e</a:t>
            </a:r>
            <a:r>
              <a:rPr dirty="0" smtClean="0" sz="1200" spc="0" i="1">
                <a:latin typeface="Times New Roman"/>
                <a:cs typeface="Times New Roman"/>
              </a:rPr>
              <a:t>a</a:t>
            </a:r>
            <a:r>
              <a:rPr dirty="0" smtClean="0" sz="1200" spc="-4" i="1">
                <a:latin typeface="Times New Roman"/>
                <a:cs typeface="Times New Roman"/>
              </a:rPr>
              <a:t>f</a:t>
            </a:r>
            <a:r>
              <a:rPr dirty="0" smtClean="0" sz="1200" spc="0" i="1">
                <a:latin typeface="Times New Roman"/>
                <a:cs typeface="Times New Roman"/>
              </a:rPr>
              <a:t>irmando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63600" y="1085215"/>
            <a:ext cx="600837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object 96"/>
          <p:cNvSpPr/>
          <p:nvPr/>
        </p:nvSpPr>
        <p:spPr>
          <a:xfrm>
            <a:off x="863600" y="1224915"/>
            <a:ext cx="6008370" cy="0"/>
          </a:xfrm>
          <a:custGeom>
            <a:avLst/>
            <a:gdLst/>
            <a:ahLst/>
            <a:cxnLst/>
            <a:rect l="l" t="t" r="r" b="b"/>
            <a:pathLst>
              <a:path w="6008370" h="0">
                <a:moveTo>
                  <a:pt x="0" y="0"/>
                </a:moveTo>
                <a:lnTo>
                  <a:pt x="600837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7" name="object 97"/>
          <p:cNvSpPr/>
          <p:nvPr/>
        </p:nvSpPr>
        <p:spPr>
          <a:xfrm>
            <a:off x="1018857" y="1246124"/>
            <a:ext cx="1898904" cy="0"/>
          </a:xfrm>
          <a:custGeom>
            <a:avLst/>
            <a:gdLst/>
            <a:ahLst/>
            <a:cxnLst/>
            <a:rect l="l" t="t" r="r" b="b"/>
            <a:pathLst>
              <a:path w="1898904" h="0">
                <a:moveTo>
                  <a:pt x="0" y="0"/>
                </a:moveTo>
                <a:lnTo>
                  <a:pt x="189890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8" name="object 98"/>
          <p:cNvSpPr/>
          <p:nvPr/>
        </p:nvSpPr>
        <p:spPr>
          <a:xfrm>
            <a:off x="2930525" y="1246124"/>
            <a:ext cx="1898903" cy="0"/>
          </a:xfrm>
          <a:custGeom>
            <a:avLst/>
            <a:gdLst/>
            <a:ahLst/>
            <a:cxnLst/>
            <a:rect l="l" t="t" r="r" b="b"/>
            <a:pathLst>
              <a:path w="1898903" h="0">
                <a:moveTo>
                  <a:pt x="0" y="0"/>
                </a:moveTo>
                <a:lnTo>
                  <a:pt x="1898903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9" name="object 99"/>
          <p:cNvSpPr/>
          <p:nvPr/>
        </p:nvSpPr>
        <p:spPr>
          <a:xfrm>
            <a:off x="4842129" y="1246124"/>
            <a:ext cx="1900301" cy="0"/>
          </a:xfrm>
          <a:custGeom>
            <a:avLst/>
            <a:gdLst/>
            <a:ahLst/>
            <a:cxnLst/>
            <a:rect l="l" t="t" r="r" b="b"/>
            <a:pathLst>
              <a:path w="1900301" h="0">
                <a:moveTo>
                  <a:pt x="0" y="0"/>
                </a:moveTo>
                <a:lnTo>
                  <a:pt x="190030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0" name="object 100"/>
          <p:cNvSpPr/>
          <p:nvPr/>
        </p:nvSpPr>
        <p:spPr>
          <a:xfrm>
            <a:off x="1018857" y="1645030"/>
            <a:ext cx="1898904" cy="0"/>
          </a:xfrm>
          <a:custGeom>
            <a:avLst/>
            <a:gdLst/>
            <a:ahLst/>
            <a:cxnLst/>
            <a:rect l="l" t="t" r="r" b="b"/>
            <a:pathLst>
              <a:path w="1898904" h="0">
                <a:moveTo>
                  <a:pt x="0" y="0"/>
                </a:moveTo>
                <a:lnTo>
                  <a:pt x="189890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1" name="object 101"/>
          <p:cNvSpPr/>
          <p:nvPr/>
        </p:nvSpPr>
        <p:spPr>
          <a:xfrm>
            <a:off x="2930525" y="1645030"/>
            <a:ext cx="1898903" cy="0"/>
          </a:xfrm>
          <a:custGeom>
            <a:avLst/>
            <a:gdLst/>
            <a:ahLst/>
            <a:cxnLst/>
            <a:rect l="l" t="t" r="r" b="b"/>
            <a:pathLst>
              <a:path w="1898903" h="0">
                <a:moveTo>
                  <a:pt x="0" y="0"/>
                </a:moveTo>
                <a:lnTo>
                  <a:pt x="1898903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2" name="object 102"/>
          <p:cNvSpPr/>
          <p:nvPr/>
        </p:nvSpPr>
        <p:spPr>
          <a:xfrm>
            <a:off x="4842129" y="1645030"/>
            <a:ext cx="1900301" cy="0"/>
          </a:xfrm>
          <a:custGeom>
            <a:avLst/>
            <a:gdLst/>
            <a:ahLst/>
            <a:cxnLst/>
            <a:rect l="l" t="t" r="r" b="b"/>
            <a:pathLst>
              <a:path w="1900301" h="0">
                <a:moveTo>
                  <a:pt x="0" y="0"/>
                </a:moveTo>
                <a:lnTo>
                  <a:pt x="190030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3" name="object 103"/>
          <p:cNvSpPr/>
          <p:nvPr/>
        </p:nvSpPr>
        <p:spPr>
          <a:xfrm>
            <a:off x="1018857" y="2045080"/>
            <a:ext cx="1898904" cy="0"/>
          </a:xfrm>
          <a:custGeom>
            <a:avLst/>
            <a:gdLst/>
            <a:ahLst/>
            <a:cxnLst/>
            <a:rect l="l" t="t" r="r" b="b"/>
            <a:pathLst>
              <a:path w="1898904" h="0">
                <a:moveTo>
                  <a:pt x="0" y="0"/>
                </a:moveTo>
                <a:lnTo>
                  <a:pt x="189890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4" name="object 104"/>
          <p:cNvSpPr/>
          <p:nvPr/>
        </p:nvSpPr>
        <p:spPr>
          <a:xfrm>
            <a:off x="2930525" y="2045080"/>
            <a:ext cx="1898903" cy="0"/>
          </a:xfrm>
          <a:custGeom>
            <a:avLst/>
            <a:gdLst/>
            <a:ahLst/>
            <a:cxnLst/>
            <a:rect l="l" t="t" r="r" b="b"/>
            <a:pathLst>
              <a:path w="1898903" h="0">
                <a:moveTo>
                  <a:pt x="0" y="0"/>
                </a:moveTo>
                <a:lnTo>
                  <a:pt x="1898903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5" name="object 105"/>
          <p:cNvSpPr/>
          <p:nvPr/>
        </p:nvSpPr>
        <p:spPr>
          <a:xfrm>
            <a:off x="4842129" y="2045080"/>
            <a:ext cx="1900301" cy="0"/>
          </a:xfrm>
          <a:custGeom>
            <a:avLst/>
            <a:gdLst/>
            <a:ahLst/>
            <a:cxnLst/>
            <a:rect l="l" t="t" r="r" b="b"/>
            <a:pathLst>
              <a:path w="1900301" h="0">
                <a:moveTo>
                  <a:pt x="0" y="0"/>
                </a:moveTo>
                <a:lnTo>
                  <a:pt x="190030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6" name="object 106"/>
          <p:cNvSpPr/>
          <p:nvPr/>
        </p:nvSpPr>
        <p:spPr>
          <a:xfrm>
            <a:off x="1012507" y="1239774"/>
            <a:ext cx="0" cy="1419859"/>
          </a:xfrm>
          <a:custGeom>
            <a:avLst/>
            <a:gdLst/>
            <a:ahLst/>
            <a:cxnLst/>
            <a:rect l="l" t="t" r="r" b="b"/>
            <a:pathLst>
              <a:path w="0" h="1419859">
                <a:moveTo>
                  <a:pt x="0" y="0"/>
                </a:moveTo>
                <a:lnTo>
                  <a:pt x="0" y="1419859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7" name="object 107"/>
          <p:cNvSpPr/>
          <p:nvPr/>
        </p:nvSpPr>
        <p:spPr>
          <a:xfrm>
            <a:off x="1018857" y="2653283"/>
            <a:ext cx="1898904" cy="0"/>
          </a:xfrm>
          <a:custGeom>
            <a:avLst/>
            <a:gdLst/>
            <a:ahLst/>
            <a:cxnLst/>
            <a:rect l="l" t="t" r="r" b="b"/>
            <a:pathLst>
              <a:path w="1898904" h="0">
                <a:moveTo>
                  <a:pt x="0" y="0"/>
                </a:moveTo>
                <a:lnTo>
                  <a:pt x="189890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8" name="object 108"/>
          <p:cNvSpPr/>
          <p:nvPr/>
        </p:nvSpPr>
        <p:spPr>
          <a:xfrm>
            <a:off x="2924175" y="1239774"/>
            <a:ext cx="0" cy="1419859"/>
          </a:xfrm>
          <a:custGeom>
            <a:avLst/>
            <a:gdLst/>
            <a:ahLst/>
            <a:cxnLst/>
            <a:rect l="l" t="t" r="r" b="b"/>
            <a:pathLst>
              <a:path w="0" h="1419859">
                <a:moveTo>
                  <a:pt x="0" y="0"/>
                </a:moveTo>
                <a:lnTo>
                  <a:pt x="0" y="1419859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09" name="object 109"/>
          <p:cNvSpPr/>
          <p:nvPr/>
        </p:nvSpPr>
        <p:spPr>
          <a:xfrm>
            <a:off x="2930525" y="2653283"/>
            <a:ext cx="1898903" cy="0"/>
          </a:xfrm>
          <a:custGeom>
            <a:avLst/>
            <a:gdLst/>
            <a:ahLst/>
            <a:cxnLst/>
            <a:rect l="l" t="t" r="r" b="b"/>
            <a:pathLst>
              <a:path w="1898903" h="0">
                <a:moveTo>
                  <a:pt x="0" y="0"/>
                </a:moveTo>
                <a:lnTo>
                  <a:pt x="1898903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0" name="object 110"/>
          <p:cNvSpPr/>
          <p:nvPr/>
        </p:nvSpPr>
        <p:spPr>
          <a:xfrm>
            <a:off x="4835779" y="1239774"/>
            <a:ext cx="0" cy="1419859"/>
          </a:xfrm>
          <a:custGeom>
            <a:avLst/>
            <a:gdLst/>
            <a:ahLst/>
            <a:cxnLst/>
            <a:rect l="l" t="t" r="r" b="b"/>
            <a:pathLst>
              <a:path w="0" h="1419859">
                <a:moveTo>
                  <a:pt x="0" y="0"/>
                </a:moveTo>
                <a:lnTo>
                  <a:pt x="0" y="1419859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1" name="object 111"/>
          <p:cNvSpPr/>
          <p:nvPr/>
        </p:nvSpPr>
        <p:spPr>
          <a:xfrm>
            <a:off x="4842129" y="2653283"/>
            <a:ext cx="1900301" cy="0"/>
          </a:xfrm>
          <a:custGeom>
            <a:avLst/>
            <a:gdLst/>
            <a:ahLst/>
            <a:cxnLst/>
            <a:rect l="l" t="t" r="r" b="b"/>
            <a:pathLst>
              <a:path w="1900301" h="0">
                <a:moveTo>
                  <a:pt x="0" y="0"/>
                </a:moveTo>
                <a:lnTo>
                  <a:pt x="190030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112" name="object 112"/>
          <p:cNvSpPr/>
          <p:nvPr/>
        </p:nvSpPr>
        <p:spPr>
          <a:xfrm>
            <a:off x="6748780" y="1239774"/>
            <a:ext cx="0" cy="1419859"/>
          </a:xfrm>
          <a:custGeom>
            <a:avLst/>
            <a:gdLst/>
            <a:ahLst/>
            <a:cxnLst/>
            <a:rect l="l" t="t" r="r" b="b"/>
            <a:pathLst>
              <a:path w="0" h="1419859">
                <a:moveTo>
                  <a:pt x="0" y="0"/>
                </a:moveTo>
                <a:lnTo>
                  <a:pt x="0" y="1419859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3" name="object 53"/>
          <p:cNvSpPr/>
          <p:nvPr/>
        </p:nvSpPr>
        <p:spPr>
          <a:xfrm>
            <a:off x="1018857" y="3507994"/>
            <a:ext cx="1898904" cy="0"/>
          </a:xfrm>
          <a:custGeom>
            <a:avLst/>
            <a:gdLst/>
            <a:ahLst/>
            <a:cxnLst/>
            <a:rect l="l" t="t" r="r" b="b"/>
            <a:pathLst>
              <a:path w="1898904" h="0">
                <a:moveTo>
                  <a:pt x="0" y="0"/>
                </a:moveTo>
                <a:lnTo>
                  <a:pt x="189890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4" name="object 54"/>
          <p:cNvSpPr/>
          <p:nvPr/>
        </p:nvSpPr>
        <p:spPr>
          <a:xfrm>
            <a:off x="2930525" y="3507994"/>
            <a:ext cx="1898903" cy="0"/>
          </a:xfrm>
          <a:custGeom>
            <a:avLst/>
            <a:gdLst/>
            <a:ahLst/>
            <a:cxnLst/>
            <a:rect l="l" t="t" r="r" b="b"/>
            <a:pathLst>
              <a:path w="1898903" h="0">
                <a:moveTo>
                  <a:pt x="0" y="0"/>
                </a:moveTo>
                <a:lnTo>
                  <a:pt x="1898903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5" name="object 55"/>
          <p:cNvSpPr/>
          <p:nvPr/>
        </p:nvSpPr>
        <p:spPr>
          <a:xfrm>
            <a:off x="4842129" y="3507994"/>
            <a:ext cx="1900301" cy="0"/>
          </a:xfrm>
          <a:custGeom>
            <a:avLst/>
            <a:gdLst/>
            <a:ahLst/>
            <a:cxnLst/>
            <a:rect l="l" t="t" r="r" b="b"/>
            <a:pathLst>
              <a:path w="1900301" h="0">
                <a:moveTo>
                  <a:pt x="0" y="0"/>
                </a:moveTo>
                <a:lnTo>
                  <a:pt x="190030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6" name="object 56"/>
          <p:cNvSpPr/>
          <p:nvPr/>
        </p:nvSpPr>
        <p:spPr>
          <a:xfrm>
            <a:off x="1018857" y="3836035"/>
            <a:ext cx="1898904" cy="0"/>
          </a:xfrm>
          <a:custGeom>
            <a:avLst/>
            <a:gdLst/>
            <a:ahLst/>
            <a:cxnLst/>
            <a:rect l="l" t="t" r="r" b="b"/>
            <a:pathLst>
              <a:path w="1898904" h="0">
                <a:moveTo>
                  <a:pt x="0" y="0"/>
                </a:moveTo>
                <a:lnTo>
                  <a:pt x="189890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7" name="object 57"/>
          <p:cNvSpPr/>
          <p:nvPr/>
        </p:nvSpPr>
        <p:spPr>
          <a:xfrm>
            <a:off x="2930525" y="3836035"/>
            <a:ext cx="1898903" cy="0"/>
          </a:xfrm>
          <a:custGeom>
            <a:avLst/>
            <a:gdLst/>
            <a:ahLst/>
            <a:cxnLst/>
            <a:rect l="l" t="t" r="r" b="b"/>
            <a:pathLst>
              <a:path w="1898903" h="0">
                <a:moveTo>
                  <a:pt x="0" y="0"/>
                </a:moveTo>
                <a:lnTo>
                  <a:pt x="1898903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8" name="object 58"/>
          <p:cNvSpPr/>
          <p:nvPr/>
        </p:nvSpPr>
        <p:spPr>
          <a:xfrm>
            <a:off x="4842129" y="3836035"/>
            <a:ext cx="1900301" cy="0"/>
          </a:xfrm>
          <a:custGeom>
            <a:avLst/>
            <a:gdLst/>
            <a:ahLst/>
            <a:cxnLst/>
            <a:rect l="l" t="t" r="r" b="b"/>
            <a:pathLst>
              <a:path w="1900301" h="0">
                <a:moveTo>
                  <a:pt x="0" y="0"/>
                </a:moveTo>
                <a:lnTo>
                  <a:pt x="190030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9" name="object 59"/>
          <p:cNvSpPr/>
          <p:nvPr/>
        </p:nvSpPr>
        <p:spPr>
          <a:xfrm>
            <a:off x="1018857" y="4162425"/>
            <a:ext cx="1898904" cy="0"/>
          </a:xfrm>
          <a:custGeom>
            <a:avLst/>
            <a:gdLst/>
            <a:ahLst/>
            <a:cxnLst/>
            <a:rect l="l" t="t" r="r" b="b"/>
            <a:pathLst>
              <a:path w="1898904" h="0">
                <a:moveTo>
                  <a:pt x="0" y="0"/>
                </a:moveTo>
                <a:lnTo>
                  <a:pt x="189890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0" name="object 60"/>
          <p:cNvSpPr/>
          <p:nvPr/>
        </p:nvSpPr>
        <p:spPr>
          <a:xfrm>
            <a:off x="2930525" y="4162425"/>
            <a:ext cx="1898903" cy="0"/>
          </a:xfrm>
          <a:custGeom>
            <a:avLst/>
            <a:gdLst/>
            <a:ahLst/>
            <a:cxnLst/>
            <a:rect l="l" t="t" r="r" b="b"/>
            <a:pathLst>
              <a:path w="1898903" h="0">
                <a:moveTo>
                  <a:pt x="0" y="0"/>
                </a:moveTo>
                <a:lnTo>
                  <a:pt x="1898903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1" name="object 61"/>
          <p:cNvSpPr/>
          <p:nvPr/>
        </p:nvSpPr>
        <p:spPr>
          <a:xfrm>
            <a:off x="4842129" y="4162425"/>
            <a:ext cx="1900301" cy="0"/>
          </a:xfrm>
          <a:custGeom>
            <a:avLst/>
            <a:gdLst/>
            <a:ahLst/>
            <a:cxnLst/>
            <a:rect l="l" t="t" r="r" b="b"/>
            <a:pathLst>
              <a:path w="1900301" h="0">
                <a:moveTo>
                  <a:pt x="0" y="0"/>
                </a:moveTo>
                <a:lnTo>
                  <a:pt x="190030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2" name="object 62"/>
          <p:cNvSpPr/>
          <p:nvPr/>
        </p:nvSpPr>
        <p:spPr>
          <a:xfrm>
            <a:off x="1018857" y="4491355"/>
            <a:ext cx="1898904" cy="0"/>
          </a:xfrm>
          <a:custGeom>
            <a:avLst/>
            <a:gdLst/>
            <a:ahLst/>
            <a:cxnLst/>
            <a:rect l="l" t="t" r="r" b="b"/>
            <a:pathLst>
              <a:path w="1898904" h="0">
                <a:moveTo>
                  <a:pt x="0" y="0"/>
                </a:moveTo>
                <a:lnTo>
                  <a:pt x="189890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3" name="object 63"/>
          <p:cNvSpPr/>
          <p:nvPr/>
        </p:nvSpPr>
        <p:spPr>
          <a:xfrm>
            <a:off x="2930525" y="4491355"/>
            <a:ext cx="1898903" cy="0"/>
          </a:xfrm>
          <a:custGeom>
            <a:avLst/>
            <a:gdLst/>
            <a:ahLst/>
            <a:cxnLst/>
            <a:rect l="l" t="t" r="r" b="b"/>
            <a:pathLst>
              <a:path w="1898903" h="0">
                <a:moveTo>
                  <a:pt x="0" y="0"/>
                </a:moveTo>
                <a:lnTo>
                  <a:pt x="1898903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4" name="object 64"/>
          <p:cNvSpPr/>
          <p:nvPr/>
        </p:nvSpPr>
        <p:spPr>
          <a:xfrm>
            <a:off x="4842129" y="4491355"/>
            <a:ext cx="1900301" cy="0"/>
          </a:xfrm>
          <a:custGeom>
            <a:avLst/>
            <a:gdLst/>
            <a:ahLst/>
            <a:cxnLst/>
            <a:rect l="l" t="t" r="r" b="b"/>
            <a:pathLst>
              <a:path w="1900301" h="0">
                <a:moveTo>
                  <a:pt x="0" y="0"/>
                </a:moveTo>
                <a:lnTo>
                  <a:pt x="190030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5" name="object 65"/>
          <p:cNvSpPr/>
          <p:nvPr/>
        </p:nvSpPr>
        <p:spPr>
          <a:xfrm>
            <a:off x="1018857" y="4819015"/>
            <a:ext cx="1898904" cy="0"/>
          </a:xfrm>
          <a:custGeom>
            <a:avLst/>
            <a:gdLst/>
            <a:ahLst/>
            <a:cxnLst/>
            <a:rect l="l" t="t" r="r" b="b"/>
            <a:pathLst>
              <a:path w="1898904" h="0">
                <a:moveTo>
                  <a:pt x="0" y="0"/>
                </a:moveTo>
                <a:lnTo>
                  <a:pt x="189890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6" name="object 66"/>
          <p:cNvSpPr/>
          <p:nvPr/>
        </p:nvSpPr>
        <p:spPr>
          <a:xfrm>
            <a:off x="2930525" y="4819015"/>
            <a:ext cx="1898903" cy="0"/>
          </a:xfrm>
          <a:custGeom>
            <a:avLst/>
            <a:gdLst/>
            <a:ahLst/>
            <a:cxnLst/>
            <a:rect l="l" t="t" r="r" b="b"/>
            <a:pathLst>
              <a:path w="1898903" h="0">
                <a:moveTo>
                  <a:pt x="0" y="0"/>
                </a:moveTo>
                <a:lnTo>
                  <a:pt x="1898903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7" name="object 67"/>
          <p:cNvSpPr/>
          <p:nvPr/>
        </p:nvSpPr>
        <p:spPr>
          <a:xfrm>
            <a:off x="4842129" y="4819015"/>
            <a:ext cx="1900301" cy="0"/>
          </a:xfrm>
          <a:custGeom>
            <a:avLst/>
            <a:gdLst/>
            <a:ahLst/>
            <a:cxnLst/>
            <a:rect l="l" t="t" r="r" b="b"/>
            <a:pathLst>
              <a:path w="1900301" h="0">
                <a:moveTo>
                  <a:pt x="0" y="0"/>
                </a:moveTo>
                <a:lnTo>
                  <a:pt x="190030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8" name="object 68"/>
          <p:cNvSpPr/>
          <p:nvPr/>
        </p:nvSpPr>
        <p:spPr>
          <a:xfrm>
            <a:off x="1018857" y="5145405"/>
            <a:ext cx="1898904" cy="0"/>
          </a:xfrm>
          <a:custGeom>
            <a:avLst/>
            <a:gdLst/>
            <a:ahLst/>
            <a:cxnLst/>
            <a:rect l="l" t="t" r="r" b="b"/>
            <a:pathLst>
              <a:path w="1898904" h="0">
                <a:moveTo>
                  <a:pt x="0" y="0"/>
                </a:moveTo>
                <a:lnTo>
                  <a:pt x="189890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69" name="object 69"/>
          <p:cNvSpPr/>
          <p:nvPr/>
        </p:nvSpPr>
        <p:spPr>
          <a:xfrm>
            <a:off x="2930525" y="5145405"/>
            <a:ext cx="1898903" cy="0"/>
          </a:xfrm>
          <a:custGeom>
            <a:avLst/>
            <a:gdLst/>
            <a:ahLst/>
            <a:cxnLst/>
            <a:rect l="l" t="t" r="r" b="b"/>
            <a:pathLst>
              <a:path w="1898903" h="0">
                <a:moveTo>
                  <a:pt x="0" y="0"/>
                </a:moveTo>
                <a:lnTo>
                  <a:pt x="1898903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0" name="object 70"/>
          <p:cNvSpPr/>
          <p:nvPr/>
        </p:nvSpPr>
        <p:spPr>
          <a:xfrm>
            <a:off x="4842129" y="5145405"/>
            <a:ext cx="1900301" cy="0"/>
          </a:xfrm>
          <a:custGeom>
            <a:avLst/>
            <a:gdLst/>
            <a:ahLst/>
            <a:cxnLst/>
            <a:rect l="l" t="t" r="r" b="b"/>
            <a:pathLst>
              <a:path w="1900301" h="0">
                <a:moveTo>
                  <a:pt x="0" y="0"/>
                </a:moveTo>
                <a:lnTo>
                  <a:pt x="190030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1" name="object 71"/>
          <p:cNvSpPr/>
          <p:nvPr/>
        </p:nvSpPr>
        <p:spPr>
          <a:xfrm>
            <a:off x="1018857" y="5474335"/>
            <a:ext cx="1898904" cy="0"/>
          </a:xfrm>
          <a:custGeom>
            <a:avLst/>
            <a:gdLst/>
            <a:ahLst/>
            <a:cxnLst/>
            <a:rect l="l" t="t" r="r" b="b"/>
            <a:pathLst>
              <a:path w="1898904" h="0">
                <a:moveTo>
                  <a:pt x="0" y="0"/>
                </a:moveTo>
                <a:lnTo>
                  <a:pt x="189890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2" name="object 72"/>
          <p:cNvSpPr/>
          <p:nvPr/>
        </p:nvSpPr>
        <p:spPr>
          <a:xfrm>
            <a:off x="2930525" y="5474335"/>
            <a:ext cx="1898903" cy="0"/>
          </a:xfrm>
          <a:custGeom>
            <a:avLst/>
            <a:gdLst/>
            <a:ahLst/>
            <a:cxnLst/>
            <a:rect l="l" t="t" r="r" b="b"/>
            <a:pathLst>
              <a:path w="1898903" h="0">
                <a:moveTo>
                  <a:pt x="0" y="0"/>
                </a:moveTo>
                <a:lnTo>
                  <a:pt x="1898903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3" name="object 73"/>
          <p:cNvSpPr/>
          <p:nvPr/>
        </p:nvSpPr>
        <p:spPr>
          <a:xfrm>
            <a:off x="4842129" y="5474335"/>
            <a:ext cx="1900301" cy="0"/>
          </a:xfrm>
          <a:custGeom>
            <a:avLst/>
            <a:gdLst/>
            <a:ahLst/>
            <a:cxnLst/>
            <a:rect l="l" t="t" r="r" b="b"/>
            <a:pathLst>
              <a:path w="1900301" h="0">
                <a:moveTo>
                  <a:pt x="0" y="0"/>
                </a:moveTo>
                <a:lnTo>
                  <a:pt x="190030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4" name="object 74"/>
          <p:cNvSpPr/>
          <p:nvPr/>
        </p:nvSpPr>
        <p:spPr>
          <a:xfrm>
            <a:off x="1018857" y="5801995"/>
            <a:ext cx="1898904" cy="0"/>
          </a:xfrm>
          <a:custGeom>
            <a:avLst/>
            <a:gdLst/>
            <a:ahLst/>
            <a:cxnLst/>
            <a:rect l="l" t="t" r="r" b="b"/>
            <a:pathLst>
              <a:path w="1898904" h="0">
                <a:moveTo>
                  <a:pt x="0" y="0"/>
                </a:moveTo>
                <a:lnTo>
                  <a:pt x="189890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5" name="object 75"/>
          <p:cNvSpPr/>
          <p:nvPr/>
        </p:nvSpPr>
        <p:spPr>
          <a:xfrm>
            <a:off x="2930525" y="5801995"/>
            <a:ext cx="1898903" cy="0"/>
          </a:xfrm>
          <a:custGeom>
            <a:avLst/>
            <a:gdLst/>
            <a:ahLst/>
            <a:cxnLst/>
            <a:rect l="l" t="t" r="r" b="b"/>
            <a:pathLst>
              <a:path w="1898903" h="0">
                <a:moveTo>
                  <a:pt x="0" y="0"/>
                </a:moveTo>
                <a:lnTo>
                  <a:pt x="1898903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6" name="object 76"/>
          <p:cNvSpPr/>
          <p:nvPr/>
        </p:nvSpPr>
        <p:spPr>
          <a:xfrm>
            <a:off x="4842129" y="5801995"/>
            <a:ext cx="1900301" cy="0"/>
          </a:xfrm>
          <a:custGeom>
            <a:avLst/>
            <a:gdLst/>
            <a:ahLst/>
            <a:cxnLst/>
            <a:rect l="l" t="t" r="r" b="b"/>
            <a:pathLst>
              <a:path w="1900301" h="0">
                <a:moveTo>
                  <a:pt x="0" y="0"/>
                </a:moveTo>
                <a:lnTo>
                  <a:pt x="190030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7" name="object 77"/>
          <p:cNvSpPr/>
          <p:nvPr/>
        </p:nvSpPr>
        <p:spPr>
          <a:xfrm>
            <a:off x="1018857" y="6130036"/>
            <a:ext cx="1898904" cy="0"/>
          </a:xfrm>
          <a:custGeom>
            <a:avLst/>
            <a:gdLst/>
            <a:ahLst/>
            <a:cxnLst/>
            <a:rect l="l" t="t" r="r" b="b"/>
            <a:pathLst>
              <a:path w="1898904" h="0">
                <a:moveTo>
                  <a:pt x="0" y="0"/>
                </a:moveTo>
                <a:lnTo>
                  <a:pt x="189890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8" name="object 78"/>
          <p:cNvSpPr/>
          <p:nvPr/>
        </p:nvSpPr>
        <p:spPr>
          <a:xfrm>
            <a:off x="2930525" y="6130036"/>
            <a:ext cx="1898903" cy="0"/>
          </a:xfrm>
          <a:custGeom>
            <a:avLst/>
            <a:gdLst/>
            <a:ahLst/>
            <a:cxnLst/>
            <a:rect l="l" t="t" r="r" b="b"/>
            <a:pathLst>
              <a:path w="1898903" h="0">
                <a:moveTo>
                  <a:pt x="0" y="0"/>
                </a:moveTo>
                <a:lnTo>
                  <a:pt x="1898903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79" name="object 79"/>
          <p:cNvSpPr/>
          <p:nvPr/>
        </p:nvSpPr>
        <p:spPr>
          <a:xfrm>
            <a:off x="4842129" y="6130036"/>
            <a:ext cx="1900301" cy="0"/>
          </a:xfrm>
          <a:custGeom>
            <a:avLst/>
            <a:gdLst/>
            <a:ahLst/>
            <a:cxnLst/>
            <a:rect l="l" t="t" r="r" b="b"/>
            <a:pathLst>
              <a:path w="1900301" h="0">
                <a:moveTo>
                  <a:pt x="0" y="0"/>
                </a:moveTo>
                <a:lnTo>
                  <a:pt x="190030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0" name="object 80"/>
          <p:cNvSpPr/>
          <p:nvPr/>
        </p:nvSpPr>
        <p:spPr>
          <a:xfrm>
            <a:off x="1018857" y="6457696"/>
            <a:ext cx="1898904" cy="0"/>
          </a:xfrm>
          <a:custGeom>
            <a:avLst/>
            <a:gdLst/>
            <a:ahLst/>
            <a:cxnLst/>
            <a:rect l="l" t="t" r="r" b="b"/>
            <a:pathLst>
              <a:path w="1898904" h="0">
                <a:moveTo>
                  <a:pt x="0" y="0"/>
                </a:moveTo>
                <a:lnTo>
                  <a:pt x="189890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1" name="object 81"/>
          <p:cNvSpPr/>
          <p:nvPr/>
        </p:nvSpPr>
        <p:spPr>
          <a:xfrm>
            <a:off x="2930525" y="6457696"/>
            <a:ext cx="1898903" cy="0"/>
          </a:xfrm>
          <a:custGeom>
            <a:avLst/>
            <a:gdLst/>
            <a:ahLst/>
            <a:cxnLst/>
            <a:rect l="l" t="t" r="r" b="b"/>
            <a:pathLst>
              <a:path w="1898903" h="0">
                <a:moveTo>
                  <a:pt x="0" y="0"/>
                </a:moveTo>
                <a:lnTo>
                  <a:pt x="1898903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2" name="object 82"/>
          <p:cNvSpPr/>
          <p:nvPr/>
        </p:nvSpPr>
        <p:spPr>
          <a:xfrm>
            <a:off x="4842129" y="6457696"/>
            <a:ext cx="1900301" cy="0"/>
          </a:xfrm>
          <a:custGeom>
            <a:avLst/>
            <a:gdLst/>
            <a:ahLst/>
            <a:cxnLst/>
            <a:rect l="l" t="t" r="r" b="b"/>
            <a:pathLst>
              <a:path w="1900301" h="0">
                <a:moveTo>
                  <a:pt x="0" y="0"/>
                </a:moveTo>
                <a:lnTo>
                  <a:pt x="190030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3" name="object 83"/>
          <p:cNvSpPr/>
          <p:nvPr/>
        </p:nvSpPr>
        <p:spPr>
          <a:xfrm>
            <a:off x="1018857" y="6786499"/>
            <a:ext cx="1898904" cy="0"/>
          </a:xfrm>
          <a:custGeom>
            <a:avLst/>
            <a:gdLst/>
            <a:ahLst/>
            <a:cxnLst/>
            <a:rect l="l" t="t" r="r" b="b"/>
            <a:pathLst>
              <a:path w="1898904" h="0">
                <a:moveTo>
                  <a:pt x="0" y="0"/>
                </a:moveTo>
                <a:lnTo>
                  <a:pt x="189890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4" name="object 84"/>
          <p:cNvSpPr/>
          <p:nvPr/>
        </p:nvSpPr>
        <p:spPr>
          <a:xfrm>
            <a:off x="2930525" y="6786499"/>
            <a:ext cx="1898903" cy="0"/>
          </a:xfrm>
          <a:custGeom>
            <a:avLst/>
            <a:gdLst/>
            <a:ahLst/>
            <a:cxnLst/>
            <a:rect l="l" t="t" r="r" b="b"/>
            <a:pathLst>
              <a:path w="1898903" h="0">
                <a:moveTo>
                  <a:pt x="0" y="0"/>
                </a:moveTo>
                <a:lnTo>
                  <a:pt x="1898903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5" name="object 85"/>
          <p:cNvSpPr/>
          <p:nvPr/>
        </p:nvSpPr>
        <p:spPr>
          <a:xfrm>
            <a:off x="4842129" y="6786499"/>
            <a:ext cx="1900301" cy="0"/>
          </a:xfrm>
          <a:custGeom>
            <a:avLst/>
            <a:gdLst/>
            <a:ahLst/>
            <a:cxnLst/>
            <a:rect l="l" t="t" r="r" b="b"/>
            <a:pathLst>
              <a:path w="1900301" h="0">
                <a:moveTo>
                  <a:pt x="0" y="0"/>
                </a:moveTo>
                <a:lnTo>
                  <a:pt x="190030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6" name="object 86"/>
          <p:cNvSpPr/>
          <p:nvPr/>
        </p:nvSpPr>
        <p:spPr>
          <a:xfrm>
            <a:off x="1018857" y="7113016"/>
            <a:ext cx="1898904" cy="0"/>
          </a:xfrm>
          <a:custGeom>
            <a:avLst/>
            <a:gdLst/>
            <a:ahLst/>
            <a:cxnLst/>
            <a:rect l="l" t="t" r="r" b="b"/>
            <a:pathLst>
              <a:path w="1898904" h="0">
                <a:moveTo>
                  <a:pt x="0" y="0"/>
                </a:moveTo>
                <a:lnTo>
                  <a:pt x="189890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7" name="object 87"/>
          <p:cNvSpPr/>
          <p:nvPr/>
        </p:nvSpPr>
        <p:spPr>
          <a:xfrm>
            <a:off x="2930525" y="7113016"/>
            <a:ext cx="1898903" cy="0"/>
          </a:xfrm>
          <a:custGeom>
            <a:avLst/>
            <a:gdLst/>
            <a:ahLst/>
            <a:cxnLst/>
            <a:rect l="l" t="t" r="r" b="b"/>
            <a:pathLst>
              <a:path w="1898903" h="0">
                <a:moveTo>
                  <a:pt x="0" y="0"/>
                </a:moveTo>
                <a:lnTo>
                  <a:pt x="1898903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8" name="object 88"/>
          <p:cNvSpPr/>
          <p:nvPr/>
        </p:nvSpPr>
        <p:spPr>
          <a:xfrm>
            <a:off x="4842129" y="7113016"/>
            <a:ext cx="1900301" cy="0"/>
          </a:xfrm>
          <a:custGeom>
            <a:avLst/>
            <a:gdLst/>
            <a:ahLst/>
            <a:cxnLst/>
            <a:rect l="l" t="t" r="r" b="b"/>
            <a:pathLst>
              <a:path w="1900301" h="0">
                <a:moveTo>
                  <a:pt x="0" y="0"/>
                </a:moveTo>
                <a:lnTo>
                  <a:pt x="190030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89" name="object 89"/>
          <p:cNvSpPr/>
          <p:nvPr/>
        </p:nvSpPr>
        <p:spPr>
          <a:xfrm>
            <a:off x="1012507" y="3501644"/>
            <a:ext cx="0" cy="3945254"/>
          </a:xfrm>
          <a:custGeom>
            <a:avLst/>
            <a:gdLst/>
            <a:ahLst/>
            <a:cxnLst/>
            <a:rect l="l" t="t" r="r" b="b"/>
            <a:pathLst>
              <a:path w="0" h="3945254">
                <a:moveTo>
                  <a:pt x="0" y="0"/>
                </a:moveTo>
                <a:lnTo>
                  <a:pt x="0" y="3945254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0" name="object 90"/>
          <p:cNvSpPr/>
          <p:nvPr/>
        </p:nvSpPr>
        <p:spPr>
          <a:xfrm>
            <a:off x="1018857" y="7440549"/>
            <a:ext cx="1898904" cy="0"/>
          </a:xfrm>
          <a:custGeom>
            <a:avLst/>
            <a:gdLst/>
            <a:ahLst/>
            <a:cxnLst/>
            <a:rect l="l" t="t" r="r" b="b"/>
            <a:pathLst>
              <a:path w="1898904" h="0">
                <a:moveTo>
                  <a:pt x="0" y="0"/>
                </a:moveTo>
                <a:lnTo>
                  <a:pt x="189890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1" name="object 91"/>
          <p:cNvSpPr/>
          <p:nvPr/>
        </p:nvSpPr>
        <p:spPr>
          <a:xfrm>
            <a:off x="2924175" y="3501644"/>
            <a:ext cx="0" cy="3945254"/>
          </a:xfrm>
          <a:custGeom>
            <a:avLst/>
            <a:gdLst/>
            <a:ahLst/>
            <a:cxnLst/>
            <a:rect l="l" t="t" r="r" b="b"/>
            <a:pathLst>
              <a:path w="0" h="3945254">
                <a:moveTo>
                  <a:pt x="0" y="0"/>
                </a:moveTo>
                <a:lnTo>
                  <a:pt x="0" y="3945254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2" name="object 92"/>
          <p:cNvSpPr/>
          <p:nvPr/>
        </p:nvSpPr>
        <p:spPr>
          <a:xfrm>
            <a:off x="2930525" y="7440549"/>
            <a:ext cx="1898903" cy="0"/>
          </a:xfrm>
          <a:custGeom>
            <a:avLst/>
            <a:gdLst/>
            <a:ahLst/>
            <a:cxnLst/>
            <a:rect l="l" t="t" r="r" b="b"/>
            <a:pathLst>
              <a:path w="1898903" h="0">
                <a:moveTo>
                  <a:pt x="0" y="0"/>
                </a:moveTo>
                <a:lnTo>
                  <a:pt x="1898903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3" name="object 93"/>
          <p:cNvSpPr/>
          <p:nvPr/>
        </p:nvSpPr>
        <p:spPr>
          <a:xfrm>
            <a:off x="4835779" y="3501644"/>
            <a:ext cx="0" cy="3945254"/>
          </a:xfrm>
          <a:custGeom>
            <a:avLst/>
            <a:gdLst/>
            <a:ahLst/>
            <a:cxnLst/>
            <a:rect l="l" t="t" r="r" b="b"/>
            <a:pathLst>
              <a:path w="0" h="3945254">
                <a:moveTo>
                  <a:pt x="0" y="0"/>
                </a:moveTo>
                <a:lnTo>
                  <a:pt x="0" y="3945254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4" name="object 94"/>
          <p:cNvSpPr/>
          <p:nvPr/>
        </p:nvSpPr>
        <p:spPr>
          <a:xfrm>
            <a:off x="4842129" y="7440549"/>
            <a:ext cx="1900301" cy="0"/>
          </a:xfrm>
          <a:custGeom>
            <a:avLst/>
            <a:gdLst/>
            <a:ahLst/>
            <a:cxnLst/>
            <a:rect l="l" t="t" r="r" b="b"/>
            <a:pathLst>
              <a:path w="1900301" h="0">
                <a:moveTo>
                  <a:pt x="0" y="0"/>
                </a:moveTo>
                <a:lnTo>
                  <a:pt x="190030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95" name="object 95"/>
          <p:cNvSpPr/>
          <p:nvPr/>
        </p:nvSpPr>
        <p:spPr>
          <a:xfrm>
            <a:off x="6748780" y="3501644"/>
            <a:ext cx="0" cy="3945254"/>
          </a:xfrm>
          <a:custGeom>
            <a:avLst/>
            <a:gdLst/>
            <a:ahLst/>
            <a:cxnLst/>
            <a:rect l="l" t="t" r="r" b="b"/>
            <a:pathLst>
              <a:path w="0" h="3945254">
                <a:moveTo>
                  <a:pt x="0" y="0"/>
                </a:moveTo>
                <a:lnTo>
                  <a:pt x="0" y="3945254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5615432" y="437490"/>
            <a:ext cx="1261333" cy="508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985"/>
              </a:lnSpc>
              <a:spcBef>
                <a:spcPts val="199"/>
              </a:spcBef>
            </a:pPr>
            <a:r>
              <a:rPr dirty="0" smtClean="0" sz="3800" b="1" i="1">
                <a:latin typeface="Arial"/>
                <a:cs typeface="Arial"/>
              </a:rPr>
              <a:t>ctJn</a:t>
            </a:r>
            <a:r>
              <a:rPr dirty="0" smtClean="0" sz="3800" spc="-869" b="1" i="1">
                <a:latin typeface="Arial"/>
                <a:cs typeface="Arial"/>
              </a:rPr>
              <a:t>u</a:t>
            </a:r>
            <a:r>
              <a:rPr dirty="0" smtClean="0" sz="3800" spc="0" b="1" i="1">
                <a:solidFill>
                  <a:srgbClr val="66A0C3"/>
                </a:solidFill>
                <a:latin typeface="Arial"/>
                <a:cs typeface="Arial"/>
              </a:rPr>
              <a:t>e</a:t>
            </a:r>
            <a:endParaRPr sz="38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049905" y="588449"/>
            <a:ext cx="1673225" cy="5089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530"/>
              </a:lnSpc>
              <a:spcBef>
                <a:spcPts val="76"/>
              </a:spcBef>
            </a:pPr>
            <a:r>
              <a:rPr dirty="0" smtClean="0" sz="1400" spc="0" b="1">
                <a:latin typeface="Times New Roman"/>
                <a:cs typeface="Times New Roman"/>
              </a:rPr>
              <a:t>CHR</a:t>
            </a:r>
            <a:r>
              <a:rPr dirty="0" smtClean="0" sz="1400" spc="-4" b="1">
                <a:latin typeface="Times New Roman"/>
                <a:cs typeface="Times New Roman"/>
              </a:rPr>
              <a:t>I</a:t>
            </a:r>
            <a:r>
              <a:rPr dirty="0" smtClean="0" sz="1400" spc="0" b="1">
                <a:latin typeface="Times New Roman"/>
                <a:cs typeface="Times New Roman"/>
              </a:rPr>
              <a:t>STA</a:t>
            </a:r>
            <a:r>
              <a:rPr dirty="0" smtClean="0" sz="1400" spc="-4" b="1">
                <a:latin typeface="Times New Roman"/>
                <a:cs typeface="Times New Roman"/>
              </a:rPr>
              <a:t>M</a:t>
            </a:r>
            <a:r>
              <a:rPr dirty="0" smtClean="0" sz="1400" spc="0" b="1">
                <a:latin typeface="Times New Roman"/>
                <a:cs typeface="Times New Roman"/>
              </a:rPr>
              <a:t>UN</a:t>
            </a:r>
            <a:r>
              <a:rPr dirty="0" smtClean="0" sz="1400" spc="9" b="1">
                <a:latin typeface="Times New Roman"/>
                <a:cs typeface="Times New Roman"/>
              </a:rPr>
              <a:t> </a:t>
            </a:r>
            <a:r>
              <a:rPr dirty="0" smtClean="0" sz="1400" spc="0" b="1">
                <a:latin typeface="Times New Roman"/>
                <a:cs typeface="Times New Roman"/>
              </a:rPr>
              <a:t>2026</a:t>
            </a:r>
            <a:endParaRPr sz="1400">
              <a:latin typeface="Times New Roman"/>
              <a:cs typeface="Times New Roman"/>
            </a:endParaRPr>
          </a:p>
          <a:p>
            <a:pPr marL="92686" marR="107025" algn="ctr">
              <a:lnSpc>
                <a:spcPct val="101725"/>
              </a:lnSpc>
              <a:spcBef>
                <a:spcPts val="858"/>
              </a:spcBef>
            </a:pP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T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r</a:t>
            </a:r>
            <a:r>
              <a:rPr dirty="0" smtClean="0" sz="1200" spc="4">
                <a:solidFill>
                  <a:srgbClr val="313D4F"/>
                </a:solidFill>
                <a:latin typeface="Calibri"/>
                <a:cs typeface="Calibri"/>
              </a:rPr>
              <a:t>i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nid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a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d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-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B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eni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-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B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o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li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v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ia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583428" y="885674"/>
            <a:ext cx="1249693" cy="1020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dirty="0" smtClean="0" sz="600" i="1">
                <a:solidFill>
                  <a:srgbClr val="66A0C3"/>
                </a:solidFill>
                <a:latin typeface="Arial"/>
                <a:cs typeface="Arial"/>
              </a:rPr>
              <a:t>C</a:t>
            </a:r>
            <a:r>
              <a:rPr dirty="0" smtClean="0" sz="600" i="1">
                <a:solidFill>
                  <a:srgbClr val="7CACCD"/>
                </a:solidFill>
                <a:latin typeface="Arial"/>
                <a:cs typeface="Arial"/>
              </a:rPr>
              <a:t>enlr</a:t>
            </a:r>
            <a:r>
              <a:rPr dirty="0" smtClean="0" sz="600" spc="14" i="1">
                <a:solidFill>
                  <a:srgbClr val="66A0C3"/>
                </a:solidFill>
                <a:latin typeface="Arial"/>
                <a:cs typeface="Arial"/>
              </a:rPr>
              <a:t>o</a:t>
            </a:r>
            <a:r>
              <a:rPr dirty="0" smtClean="0" sz="600" spc="0" i="1">
                <a:solidFill>
                  <a:srgbClr val="66A0C3"/>
                </a:solidFill>
                <a:latin typeface="Times New Roman"/>
                <a:cs typeface="Times New Roman"/>
              </a:rPr>
              <a:t>de</a:t>
            </a:r>
            <a:r>
              <a:rPr dirty="0" smtClean="0" sz="600" spc="-84" i="1">
                <a:solidFill>
                  <a:srgbClr val="66A0C3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Inform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ció</a:t>
            </a:r>
            <a:r>
              <a:rPr dirty="0" smtClean="0" sz="600" spc="-18" i="1">
                <a:solidFill>
                  <a:srgbClr val="7CACCD"/>
                </a:solidFill>
                <a:latin typeface="Arial"/>
                <a:cs typeface="Arial"/>
              </a:rPr>
              <a:t>n</a:t>
            </a:r>
            <a:r>
              <a:rPr dirty="0" smtClean="0" sz="600" spc="0" i="1">
                <a:solidFill>
                  <a:srgbClr val="66A0C3"/>
                </a:solidFill>
                <a:latin typeface="Times New Roman"/>
                <a:cs typeface="Times New Roman"/>
              </a:rPr>
              <a:t>de</a:t>
            </a:r>
            <a:r>
              <a:rPr dirty="0" smtClean="0" sz="600" spc="7" i="1">
                <a:solidFill>
                  <a:srgbClr val="66A0C3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N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cione</a:t>
            </a:r>
            <a:r>
              <a:rPr dirty="0" smtClean="0" sz="600" spc="25" i="1">
                <a:solidFill>
                  <a:srgbClr val="7CACCD"/>
                </a:solidFill>
                <a:latin typeface="Arial"/>
                <a:cs typeface="Arial"/>
              </a:rPr>
              <a:t>s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Un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ida</a:t>
            </a:r>
            <a:r>
              <a:rPr dirty="0" smtClean="0" sz="600" spc="-29" i="1">
                <a:solidFill>
                  <a:srgbClr val="7CACCD"/>
                </a:solidFill>
                <a:latin typeface="Arial"/>
                <a:cs typeface="Arial"/>
              </a:rPr>
              <a:t>s</a:t>
            </a:r>
            <a:r>
              <a:rPr dirty="0" smtClean="0" sz="600" spc="0" i="1">
                <a:solidFill>
                  <a:srgbClr val="2F85BA"/>
                </a:solidFill>
                <a:latin typeface="Arial"/>
                <a:cs typeface="Arial"/>
              </a:rPr>
              <a:t>B</a:t>
            </a:r>
            <a:r>
              <a:rPr dirty="0" smtClean="0" sz="600" spc="0" i="1">
                <a:solidFill>
                  <a:srgbClr val="508CB3"/>
                </a:solidFill>
                <a:latin typeface="Arial"/>
                <a:cs typeface="Arial"/>
              </a:rPr>
              <a:t>o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li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vi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116647" y="3010860"/>
            <a:ext cx="2171659" cy="20420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35"/>
              </a:lnSpc>
              <a:spcBef>
                <a:spcPts val="76"/>
              </a:spcBef>
            </a:pPr>
            <a:r>
              <a:rPr dirty="0" smtClean="0" sz="1400" spc="0">
                <a:solidFill>
                  <a:srgbClr val="172C58"/>
                </a:solidFill>
                <a:latin typeface="Arial"/>
                <a:cs typeface="Arial"/>
              </a:rPr>
              <a:t>−</a:t>
            </a:r>
            <a:r>
              <a:rPr dirty="0" smtClean="0" sz="1400" spc="0">
                <a:solidFill>
                  <a:srgbClr val="172C58"/>
                </a:solidFill>
                <a:latin typeface="Arial"/>
                <a:cs typeface="Arial"/>
              </a:rPr>
              <a:t> </a:t>
            </a:r>
            <a:r>
              <a:rPr dirty="0" smtClean="0" sz="1400" spc="207">
                <a:solidFill>
                  <a:srgbClr val="172C58"/>
                </a:solidFill>
                <a:latin typeface="Arial"/>
                <a:cs typeface="Arial"/>
              </a:rPr>
              <a:t> </a:t>
            </a:r>
            <a:r>
              <a:rPr dirty="0" smtClean="0" sz="1400" spc="4" b="1">
                <a:solidFill>
                  <a:srgbClr val="172C58"/>
                </a:solidFill>
                <a:latin typeface="Times New Roman"/>
                <a:cs typeface="Times New Roman"/>
              </a:rPr>
              <a:t>F</a:t>
            </a:r>
            <a:r>
              <a:rPr dirty="0" smtClean="0" sz="1400" spc="0" b="1">
                <a:solidFill>
                  <a:srgbClr val="172C58"/>
                </a:solidFill>
                <a:latin typeface="Times New Roman"/>
                <a:cs typeface="Times New Roman"/>
              </a:rPr>
              <a:t>RASES</a:t>
            </a:r>
            <a:r>
              <a:rPr dirty="0" smtClean="0" sz="1400" spc="0" b="1">
                <a:solidFill>
                  <a:srgbClr val="172C58"/>
                </a:solidFill>
                <a:latin typeface="Times New Roman"/>
                <a:cs typeface="Times New Roman"/>
              </a:rPr>
              <a:t> </a:t>
            </a:r>
            <a:r>
              <a:rPr dirty="0" smtClean="0" sz="1400" spc="0" b="1">
                <a:solidFill>
                  <a:srgbClr val="172C58"/>
                </a:solidFill>
                <a:latin typeface="Times New Roman"/>
                <a:cs typeface="Times New Roman"/>
              </a:rPr>
              <a:t>OPERA</a:t>
            </a:r>
            <a:r>
              <a:rPr dirty="0" smtClean="0" sz="1400" spc="-4" b="1">
                <a:solidFill>
                  <a:srgbClr val="172C58"/>
                </a:solidFill>
                <a:latin typeface="Times New Roman"/>
                <a:cs typeface="Times New Roman"/>
              </a:rPr>
              <a:t>T</a:t>
            </a:r>
            <a:r>
              <a:rPr dirty="0" smtClean="0" sz="1400" spc="-4" b="1">
                <a:solidFill>
                  <a:srgbClr val="172C58"/>
                </a:solidFill>
                <a:latin typeface="Times New Roman"/>
                <a:cs typeface="Times New Roman"/>
              </a:rPr>
              <a:t>I</a:t>
            </a:r>
            <a:r>
              <a:rPr dirty="0" smtClean="0" sz="1400" spc="0" b="1">
                <a:solidFill>
                  <a:srgbClr val="172C58"/>
                </a:solidFill>
                <a:latin typeface="Times New Roman"/>
                <a:cs typeface="Times New Roman"/>
              </a:rPr>
              <a:t>VAS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012507" y="3507994"/>
            <a:ext cx="1911667" cy="32804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718883" marR="722833" algn="ctr">
              <a:lnSpc>
                <a:spcPct val="95825"/>
              </a:lnSpc>
              <a:spcBef>
                <a:spcPts val="220"/>
              </a:spcBef>
            </a:pPr>
            <a:r>
              <a:rPr dirty="0" smtClean="0" sz="1200" spc="0" i="1">
                <a:latin typeface="Times New Roman"/>
                <a:cs typeface="Times New Roman"/>
              </a:rPr>
              <a:t>A</a:t>
            </a:r>
            <a:r>
              <a:rPr dirty="0" smtClean="0" sz="1200" spc="-4" i="1">
                <a:latin typeface="Times New Roman"/>
                <a:cs typeface="Times New Roman"/>
              </a:rPr>
              <a:t>c</a:t>
            </a:r>
            <a:r>
              <a:rPr dirty="0" smtClean="0" sz="1200" spc="0" i="1">
                <a:latin typeface="Times New Roman"/>
                <a:cs typeface="Times New Roman"/>
              </a:rPr>
              <a:t>ep</a:t>
            </a:r>
            <a:r>
              <a:rPr dirty="0" smtClean="0" sz="1200" spc="-4" i="1">
                <a:latin typeface="Times New Roman"/>
                <a:cs typeface="Times New Roman"/>
              </a:rPr>
              <a:t>t</a:t>
            </a:r>
            <a:r>
              <a:rPr dirty="0" smtClean="0" sz="1200" spc="0" i="1">
                <a:latin typeface="Times New Roman"/>
                <a:cs typeface="Times New Roman"/>
              </a:rPr>
              <a:t>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924175" y="3507994"/>
            <a:ext cx="1911603" cy="32804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636269" marR="643229" algn="ctr">
              <a:lnSpc>
                <a:spcPct val="95825"/>
              </a:lnSpc>
              <a:spcBef>
                <a:spcPts val="220"/>
              </a:spcBef>
            </a:pPr>
            <a:r>
              <a:rPr dirty="0" smtClean="0" sz="1200" spc="0" i="1">
                <a:latin typeface="Times New Roman"/>
                <a:cs typeface="Times New Roman"/>
              </a:rPr>
              <a:t>Con</a:t>
            </a:r>
            <a:r>
              <a:rPr dirty="0" smtClean="0" sz="1200" spc="-4" i="1">
                <a:latin typeface="Times New Roman"/>
                <a:cs typeface="Times New Roman"/>
              </a:rPr>
              <a:t>f</a:t>
            </a:r>
            <a:r>
              <a:rPr dirty="0" smtClean="0" sz="1200" spc="0" i="1">
                <a:latin typeface="Times New Roman"/>
                <a:cs typeface="Times New Roman"/>
              </a:rPr>
              <a:t>irma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835779" y="3507994"/>
            <a:ext cx="1913001" cy="32804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755650" marR="754303" algn="ctr">
              <a:lnSpc>
                <a:spcPct val="95825"/>
              </a:lnSpc>
              <a:spcBef>
                <a:spcPts val="220"/>
              </a:spcBef>
            </a:pPr>
            <a:r>
              <a:rPr dirty="0" smtClean="0" sz="1200" spc="0" i="1">
                <a:latin typeface="Times New Roman"/>
                <a:cs typeface="Times New Roman"/>
              </a:rPr>
              <a:t>Inc</a:t>
            </a:r>
            <a:r>
              <a:rPr dirty="0" smtClean="0" sz="1200" spc="-4" i="1">
                <a:latin typeface="Times New Roman"/>
                <a:cs typeface="Times New Roman"/>
              </a:rPr>
              <a:t>i</a:t>
            </a:r>
            <a:r>
              <a:rPr dirty="0" smtClean="0" sz="1200" spc="0" i="1">
                <a:latin typeface="Times New Roman"/>
                <a:cs typeface="Times New Roman"/>
              </a:rPr>
              <a:t>ta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012507" y="3836035"/>
            <a:ext cx="1911667" cy="32638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60286">
              <a:lnSpc>
                <a:spcPct val="95825"/>
              </a:lnSpc>
              <a:spcBef>
                <a:spcPts val="209"/>
              </a:spcBef>
            </a:pPr>
            <a:r>
              <a:rPr dirty="0" smtClean="0" sz="1200" spc="0" i="1">
                <a:latin typeface="Times New Roman"/>
                <a:cs typeface="Times New Roman"/>
              </a:rPr>
              <a:t>A</a:t>
            </a:r>
            <a:r>
              <a:rPr dirty="0" smtClean="0" sz="1200" spc="-4" i="1">
                <a:latin typeface="Times New Roman"/>
                <a:cs typeface="Times New Roman"/>
              </a:rPr>
              <a:t>c</a:t>
            </a:r>
            <a:r>
              <a:rPr dirty="0" smtClean="0" sz="1200" spc="0" i="1">
                <a:latin typeface="Times New Roman"/>
                <a:cs typeface="Times New Roman"/>
              </a:rPr>
              <a:t>oge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-4" i="1">
                <a:latin typeface="Times New Roman"/>
                <a:cs typeface="Times New Roman"/>
              </a:rPr>
              <a:t>c</a:t>
            </a:r>
            <a:r>
              <a:rPr dirty="0" smtClean="0" sz="1200" spc="0" i="1">
                <a:latin typeface="Times New Roman"/>
                <a:cs typeface="Times New Roman"/>
              </a:rPr>
              <a:t>on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0" i="1">
                <a:latin typeface="Times New Roman"/>
                <a:cs typeface="Times New Roman"/>
              </a:rPr>
              <a:t>be</a:t>
            </a:r>
            <a:r>
              <a:rPr dirty="0" smtClean="0" sz="1200" spc="4" i="1">
                <a:latin typeface="Times New Roman"/>
                <a:cs typeface="Times New Roman"/>
              </a:rPr>
              <a:t>n</a:t>
            </a:r>
            <a:r>
              <a:rPr dirty="0" smtClean="0" sz="1200" spc="0" i="1">
                <a:latin typeface="Times New Roman"/>
                <a:cs typeface="Times New Roman"/>
              </a:rPr>
              <a:t>ep</a:t>
            </a:r>
            <a:r>
              <a:rPr dirty="0" smtClean="0" sz="1200" spc="-4" i="1">
                <a:latin typeface="Times New Roman"/>
                <a:cs typeface="Times New Roman"/>
              </a:rPr>
              <a:t>l</a:t>
            </a:r>
            <a:r>
              <a:rPr dirty="0" smtClean="0" sz="1200" spc="0" i="1">
                <a:latin typeface="Times New Roman"/>
                <a:cs typeface="Times New Roman"/>
              </a:rPr>
              <a:t>á</a:t>
            </a:r>
            <a:r>
              <a:rPr dirty="0" smtClean="0" sz="1200" spc="4" i="1">
                <a:latin typeface="Times New Roman"/>
                <a:cs typeface="Times New Roman"/>
              </a:rPr>
              <a:t>c</a:t>
            </a:r>
            <a:r>
              <a:rPr dirty="0" smtClean="0" sz="1200" spc="4" i="1">
                <a:latin typeface="Times New Roman"/>
                <a:cs typeface="Times New Roman"/>
              </a:rPr>
              <a:t>i</a:t>
            </a:r>
            <a:r>
              <a:rPr dirty="0" smtClean="0" sz="1200" spc="0" i="1">
                <a:latin typeface="Times New Roman"/>
                <a:cs typeface="Times New Roman"/>
              </a:rPr>
              <a:t>to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924175" y="3836035"/>
            <a:ext cx="1911603" cy="32638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636270">
              <a:lnSpc>
                <a:spcPct val="95825"/>
              </a:lnSpc>
              <a:spcBef>
                <a:spcPts val="209"/>
              </a:spcBef>
            </a:pPr>
            <a:r>
              <a:rPr dirty="0" smtClean="0" sz="1200" spc="0" i="1">
                <a:latin typeface="Times New Roman"/>
                <a:cs typeface="Times New Roman"/>
              </a:rPr>
              <a:t>Consid</a:t>
            </a:r>
            <a:r>
              <a:rPr dirty="0" smtClean="0" sz="1200" spc="-4" i="1">
                <a:latin typeface="Times New Roman"/>
                <a:cs typeface="Times New Roman"/>
              </a:rPr>
              <a:t>e</a:t>
            </a:r>
            <a:r>
              <a:rPr dirty="0" smtClean="0" sz="1200" spc="0" i="1">
                <a:latin typeface="Times New Roman"/>
                <a:cs typeface="Times New Roman"/>
              </a:rPr>
              <a:t>ra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835779" y="3836035"/>
            <a:ext cx="1913001" cy="32638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665606" marR="665886" algn="ctr">
              <a:lnSpc>
                <a:spcPct val="95825"/>
              </a:lnSpc>
              <a:spcBef>
                <a:spcPts val="209"/>
              </a:spcBef>
            </a:pPr>
            <a:r>
              <a:rPr dirty="0" smtClean="0" sz="1200" spc="0" i="1">
                <a:latin typeface="Times New Roman"/>
                <a:cs typeface="Times New Roman"/>
              </a:rPr>
              <a:t>La</a:t>
            </a:r>
            <a:r>
              <a:rPr dirty="0" smtClean="0" sz="1200" spc="4" i="1">
                <a:latin typeface="Times New Roman"/>
                <a:cs typeface="Times New Roman"/>
              </a:rPr>
              <a:t>m</a:t>
            </a:r>
            <a:r>
              <a:rPr dirty="0" smtClean="0" sz="1200" spc="0" i="1">
                <a:latin typeface="Times New Roman"/>
                <a:cs typeface="Times New Roman"/>
              </a:rPr>
              <a:t>en</a:t>
            </a:r>
            <a:r>
              <a:rPr dirty="0" smtClean="0" sz="1200" spc="-4" i="1">
                <a:latin typeface="Times New Roman"/>
                <a:cs typeface="Times New Roman"/>
              </a:rPr>
              <a:t>t</a:t>
            </a:r>
            <a:r>
              <a:rPr dirty="0" smtClean="0" sz="1200" spc="0" i="1">
                <a:latin typeface="Times New Roman"/>
                <a:cs typeface="Times New Roman"/>
              </a:rPr>
              <a:t>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012507" y="4162425"/>
            <a:ext cx="1911667" cy="3289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02856">
              <a:lnSpc>
                <a:spcPct val="95825"/>
              </a:lnSpc>
              <a:spcBef>
                <a:spcPts val="219"/>
              </a:spcBef>
            </a:pPr>
            <a:r>
              <a:rPr dirty="0" smtClean="0" sz="1200" spc="0" i="1">
                <a:latin typeface="Times New Roman"/>
                <a:cs typeface="Times New Roman"/>
              </a:rPr>
              <a:t>Ad</a:t>
            </a:r>
            <a:r>
              <a:rPr dirty="0" smtClean="0" sz="1200" spc="-4" i="1">
                <a:latin typeface="Times New Roman"/>
                <a:cs typeface="Times New Roman"/>
              </a:rPr>
              <a:t>e</a:t>
            </a:r>
            <a:r>
              <a:rPr dirty="0" smtClean="0" sz="1200" spc="0" i="1">
                <a:latin typeface="Times New Roman"/>
                <a:cs typeface="Times New Roman"/>
              </a:rPr>
              <a:t>má</a:t>
            </a:r>
            <a:r>
              <a:rPr dirty="0" smtClean="0" sz="1200" spc="4" i="1">
                <a:latin typeface="Times New Roman"/>
                <a:cs typeface="Times New Roman"/>
              </a:rPr>
              <a:t>s</a:t>
            </a:r>
            <a:r>
              <a:rPr dirty="0" smtClean="0" sz="1200" spc="0" i="1">
                <a:latin typeface="Times New Roman"/>
                <a:cs typeface="Times New Roman"/>
              </a:rPr>
              <a:t>,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-4" i="1">
                <a:latin typeface="Times New Roman"/>
                <a:cs typeface="Times New Roman"/>
              </a:rPr>
              <a:t>i</a:t>
            </a:r>
            <a:r>
              <a:rPr dirty="0" smtClean="0" sz="1200" spc="0" i="1">
                <a:latin typeface="Times New Roman"/>
                <a:cs typeface="Times New Roman"/>
              </a:rPr>
              <a:t>nv</a:t>
            </a:r>
            <a:r>
              <a:rPr dirty="0" smtClean="0" sz="1200" spc="-4" i="1">
                <a:latin typeface="Times New Roman"/>
                <a:cs typeface="Times New Roman"/>
              </a:rPr>
              <a:t>i</a:t>
            </a:r>
            <a:r>
              <a:rPr dirty="0" smtClean="0" sz="1200" spc="0" i="1">
                <a:latin typeface="Times New Roman"/>
                <a:cs typeface="Times New Roman"/>
              </a:rPr>
              <a:t>ta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924175" y="4162425"/>
            <a:ext cx="1911603" cy="3289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680720" marR="683971" algn="ctr">
              <a:lnSpc>
                <a:spcPct val="95825"/>
              </a:lnSpc>
              <a:spcBef>
                <a:spcPts val="219"/>
              </a:spcBef>
            </a:pPr>
            <a:r>
              <a:rPr dirty="0" smtClean="0" sz="1200" spc="0" i="1">
                <a:latin typeface="Times New Roman"/>
                <a:cs typeface="Times New Roman"/>
              </a:rPr>
              <a:t>Dec</a:t>
            </a:r>
            <a:r>
              <a:rPr dirty="0" smtClean="0" sz="1200" spc="-4" i="1">
                <a:latin typeface="Times New Roman"/>
                <a:cs typeface="Times New Roman"/>
              </a:rPr>
              <a:t>l</a:t>
            </a:r>
            <a:r>
              <a:rPr dirty="0" smtClean="0" sz="1200" spc="0" i="1">
                <a:latin typeface="Times New Roman"/>
                <a:cs typeface="Times New Roman"/>
              </a:rPr>
              <a:t>ara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835779" y="4162425"/>
            <a:ext cx="1913001" cy="3289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01447">
              <a:lnSpc>
                <a:spcPct val="95825"/>
              </a:lnSpc>
              <a:spcBef>
                <a:spcPts val="219"/>
              </a:spcBef>
            </a:pPr>
            <a:r>
              <a:rPr dirty="0" smtClean="0" sz="1200" spc="0" i="1">
                <a:latin typeface="Times New Roman"/>
                <a:cs typeface="Times New Roman"/>
              </a:rPr>
              <a:t>Llama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0" i="1">
                <a:latin typeface="Times New Roman"/>
                <a:cs typeface="Times New Roman"/>
              </a:rPr>
              <a:t>la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0" i="1">
                <a:latin typeface="Times New Roman"/>
                <a:cs typeface="Times New Roman"/>
              </a:rPr>
              <a:t>a</a:t>
            </a:r>
            <a:r>
              <a:rPr dirty="0" smtClean="0" sz="1200" spc="-4" i="1">
                <a:latin typeface="Times New Roman"/>
                <a:cs typeface="Times New Roman"/>
              </a:rPr>
              <a:t>t</a:t>
            </a:r>
            <a:r>
              <a:rPr dirty="0" smtClean="0" sz="1200" spc="0" i="1">
                <a:latin typeface="Times New Roman"/>
                <a:cs typeface="Times New Roman"/>
              </a:rPr>
              <a:t>en</a:t>
            </a:r>
            <a:r>
              <a:rPr dirty="0" smtClean="0" sz="1200" spc="-4" i="1">
                <a:latin typeface="Times New Roman"/>
                <a:cs typeface="Times New Roman"/>
              </a:rPr>
              <a:t>c</a:t>
            </a:r>
            <a:r>
              <a:rPr dirty="0" smtClean="0" sz="1200" spc="0" i="1">
                <a:latin typeface="Times New Roman"/>
                <a:cs typeface="Times New Roman"/>
              </a:rPr>
              <a:t>i</a:t>
            </a:r>
            <a:r>
              <a:rPr dirty="0" smtClean="0" sz="1200" spc="-4" i="1">
                <a:latin typeface="Times New Roman"/>
                <a:cs typeface="Times New Roman"/>
              </a:rPr>
              <a:t>ó</a:t>
            </a:r>
            <a:r>
              <a:rPr dirty="0" smtClean="0" sz="1200" spc="0" i="1">
                <a:latin typeface="Times New Roman"/>
                <a:cs typeface="Times New Roman"/>
              </a:rPr>
              <a:t>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012507" y="4491355"/>
            <a:ext cx="1911667" cy="3276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84746">
              <a:lnSpc>
                <a:spcPct val="95825"/>
              </a:lnSpc>
              <a:spcBef>
                <a:spcPts val="219"/>
              </a:spcBef>
            </a:pPr>
            <a:r>
              <a:rPr dirty="0" smtClean="0" sz="1200" spc="0" i="1">
                <a:latin typeface="Times New Roman"/>
                <a:cs typeface="Times New Roman"/>
              </a:rPr>
              <a:t>Ad</a:t>
            </a:r>
            <a:r>
              <a:rPr dirty="0" smtClean="0" sz="1200" spc="-4" i="1">
                <a:latin typeface="Times New Roman"/>
                <a:cs typeface="Times New Roman"/>
              </a:rPr>
              <a:t>e</a:t>
            </a:r>
            <a:r>
              <a:rPr dirty="0" smtClean="0" sz="1200" spc="0" i="1">
                <a:latin typeface="Times New Roman"/>
                <a:cs typeface="Times New Roman"/>
              </a:rPr>
              <a:t>má</a:t>
            </a:r>
            <a:r>
              <a:rPr dirty="0" smtClean="0" sz="1200" spc="4" i="1">
                <a:latin typeface="Times New Roman"/>
                <a:cs typeface="Times New Roman"/>
              </a:rPr>
              <a:t>s</a:t>
            </a:r>
            <a:r>
              <a:rPr dirty="0" smtClean="0" sz="1200" spc="0" i="1">
                <a:latin typeface="Times New Roman"/>
                <a:cs typeface="Times New Roman"/>
              </a:rPr>
              <a:t>,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0" i="1">
                <a:latin typeface="Times New Roman"/>
                <a:cs typeface="Times New Roman"/>
              </a:rPr>
              <a:t>p</a:t>
            </a:r>
            <a:r>
              <a:rPr dirty="0" smtClean="0" sz="1200" spc="-34" i="1">
                <a:latin typeface="Times New Roman"/>
                <a:cs typeface="Times New Roman"/>
              </a:rPr>
              <a:t>r</a:t>
            </a:r>
            <a:r>
              <a:rPr dirty="0" smtClean="0" sz="1200" spc="0" i="1">
                <a:latin typeface="Times New Roman"/>
                <a:cs typeface="Times New Roman"/>
              </a:rPr>
              <a:t>oc</a:t>
            </a:r>
            <a:r>
              <a:rPr dirty="0" smtClean="0" sz="1200" spc="-4" i="1">
                <a:latin typeface="Times New Roman"/>
                <a:cs typeface="Times New Roman"/>
              </a:rPr>
              <a:t>l</a:t>
            </a:r>
            <a:r>
              <a:rPr dirty="0" smtClean="0" sz="1200" spc="0" i="1">
                <a:latin typeface="Times New Roman"/>
                <a:cs typeface="Times New Roman"/>
              </a:rPr>
              <a:t>ama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924175" y="4491355"/>
            <a:ext cx="1911603" cy="3276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675640" marR="679907" algn="ctr">
              <a:lnSpc>
                <a:spcPct val="95825"/>
              </a:lnSpc>
              <a:spcBef>
                <a:spcPts val="219"/>
              </a:spcBef>
            </a:pPr>
            <a:r>
              <a:rPr dirty="0" smtClean="0" sz="1200" spc="0" i="1">
                <a:latin typeface="Times New Roman"/>
                <a:cs typeface="Times New Roman"/>
              </a:rPr>
              <a:t>Desi</a:t>
            </a:r>
            <a:r>
              <a:rPr dirty="0" smtClean="0" sz="1200" spc="-4" i="1">
                <a:latin typeface="Times New Roman"/>
                <a:cs typeface="Times New Roman"/>
              </a:rPr>
              <a:t>g</a:t>
            </a:r>
            <a:r>
              <a:rPr dirty="0" smtClean="0" sz="1200" spc="0" i="1">
                <a:latin typeface="Times New Roman"/>
                <a:cs typeface="Times New Roman"/>
              </a:rPr>
              <a:t>na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835779" y="4491355"/>
            <a:ext cx="1913001" cy="3276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784987" marR="783793" algn="ctr">
              <a:lnSpc>
                <a:spcPct val="95825"/>
              </a:lnSpc>
              <a:spcBef>
                <a:spcPts val="219"/>
              </a:spcBef>
            </a:pPr>
            <a:r>
              <a:rPr dirty="0" smtClean="0" sz="1200" spc="0" i="1">
                <a:latin typeface="Times New Roman"/>
                <a:cs typeface="Times New Roman"/>
              </a:rPr>
              <a:t>No</a:t>
            </a:r>
            <a:r>
              <a:rPr dirty="0" smtClean="0" sz="1200" spc="-4" i="1">
                <a:latin typeface="Times New Roman"/>
                <a:cs typeface="Times New Roman"/>
              </a:rPr>
              <a:t>t</a:t>
            </a:r>
            <a:r>
              <a:rPr dirty="0" smtClean="0" sz="1200" spc="0" i="1">
                <a:latin typeface="Times New Roman"/>
                <a:cs typeface="Times New Roman"/>
              </a:rPr>
              <a:t>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12507" y="4819015"/>
            <a:ext cx="1911667" cy="32638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17436">
              <a:lnSpc>
                <a:spcPct val="95825"/>
              </a:lnSpc>
              <a:spcBef>
                <a:spcPts val="209"/>
              </a:spcBef>
            </a:pPr>
            <a:r>
              <a:rPr dirty="0" smtClean="0" sz="1200" spc="0" i="1">
                <a:latin typeface="Times New Roman"/>
                <a:cs typeface="Times New Roman"/>
              </a:rPr>
              <a:t>Ad</a:t>
            </a:r>
            <a:r>
              <a:rPr dirty="0" smtClean="0" sz="1200" spc="-4" i="1">
                <a:latin typeface="Times New Roman"/>
                <a:cs typeface="Times New Roman"/>
              </a:rPr>
              <a:t>e</a:t>
            </a:r>
            <a:r>
              <a:rPr dirty="0" smtClean="0" sz="1200" spc="0" i="1">
                <a:latin typeface="Times New Roman"/>
                <a:cs typeface="Times New Roman"/>
              </a:rPr>
              <a:t>má</a:t>
            </a:r>
            <a:r>
              <a:rPr dirty="0" smtClean="0" sz="1200" spc="4" i="1">
                <a:latin typeface="Times New Roman"/>
                <a:cs typeface="Times New Roman"/>
              </a:rPr>
              <a:t>s</a:t>
            </a:r>
            <a:r>
              <a:rPr dirty="0" smtClean="0" sz="1200" spc="0" i="1">
                <a:latin typeface="Times New Roman"/>
                <a:cs typeface="Times New Roman"/>
              </a:rPr>
              <a:t>,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-34" i="1">
                <a:latin typeface="Times New Roman"/>
                <a:cs typeface="Times New Roman"/>
              </a:rPr>
              <a:t>r</a:t>
            </a:r>
            <a:r>
              <a:rPr dirty="0" smtClean="0" sz="1200" spc="0" i="1">
                <a:latin typeface="Times New Roman"/>
                <a:cs typeface="Times New Roman"/>
              </a:rPr>
              <a:t>e</a:t>
            </a:r>
            <a:r>
              <a:rPr dirty="0" smtClean="0" sz="1200" spc="-4" i="1">
                <a:latin typeface="Times New Roman"/>
                <a:cs typeface="Times New Roman"/>
              </a:rPr>
              <a:t>c</a:t>
            </a:r>
            <a:r>
              <a:rPr dirty="0" smtClean="0" sz="1200" spc="0" i="1">
                <a:latin typeface="Times New Roman"/>
                <a:cs typeface="Times New Roman"/>
              </a:rPr>
              <a:t>omienda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924175" y="4819015"/>
            <a:ext cx="1911603" cy="32638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684530" marR="688543" algn="ctr">
              <a:lnSpc>
                <a:spcPct val="95825"/>
              </a:lnSpc>
              <a:spcBef>
                <a:spcPts val="209"/>
              </a:spcBef>
            </a:pPr>
            <a:r>
              <a:rPr dirty="0" smtClean="0" sz="1200" spc="0" i="1">
                <a:latin typeface="Times New Roman"/>
                <a:cs typeface="Times New Roman"/>
              </a:rPr>
              <a:t>E</a:t>
            </a:r>
            <a:r>
              <a:rPr dirty="0" smtClean="0" sz="1200" spc="-4" i="1">
                <a:latin typeface="Times New Roman"/>
                <a:cs typeface="Times New Roman"/>
              </a:rPr>
              <a:t>x</a:t>
            </a:r>
            <a:r>
              <a:rPr dirty="0" smtClean="0" sz="1200" spc="0" i="1">
                <a:latin typeface="Times New Roman"/>
                <a:cs typeface="Times New Roman"/>
              </a:rPr>
              <a:t>horta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835779" y="4819015"/>
            <a:ext cx="1913001" cy="32638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632460" marR="637006" algn="ctr">
              <a:lnSpc>
                <a:spcPct val="95825"/>
              </a:lnSpc>
              <a:spcBef>
                <a:spcPts val="209"/>
              </a:spcBef>
            </a:pPr>
            <a:r>
              <a:rPr dirty="0" smtClean="0" sz="1200" spc="0" i="1">
                <a:latin typeface="Times New Roman"/>
                <a:cs typeface="Times New Roman"/>
              </a:rPr>
              <a:t>P</a:t>
            </a:r>
            <a:r>
              <a:rPr dirty="0" smtClean="0" sz="1200" spc="-39" i="1">
                <a:latin typeface="Times New Roman"/>
                <a:cs typeface="Times New Roman"/>
              </a:rPr>
              <a:t>r</a:t>
            </a:r>
            <a:r>
              <a:rPr dirty="0" smtClean="0" sz="1200" spc="0" i="1">
                <a:latin typeface="Times New Roman"/>
                <a:cs typeface="Times New Roman"/>
              </a:rPr>
              <a:t>oc</a:t>
            </a:r>
            <a:r>
              <a:rPr dirty="0" smtClean="0" sz="1200" spc="-4" i="1">
                <a:latin typeface="Times New Roman"/>
                <a:cs typeface="Times New Roman"/>
              </a:rPr>
              <a:t>l</a:t>
            </a:r>
            <a:r>
              <a:rPr dirty="0" smtClean="0" sz="1200" spc="0" i="1">
                <a:latin typeface="Times New Roman"/>
                <a:cs typeface="Times New Roman"/>
              </a:rPr>
              <a:t>ama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12507" y="5145405"/>
            <a:ext cx="1911667" cy="3289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05066">
              <a:lnSpc>
                <a:spcPct val="95825"/>
              </a:lnSpc>
              <a:spcBef>
                <a:spcPts val="219"/>
              </a:spcBef>
            </a:pPr>
            <a:r>
              <a:rPr dirty="0" smtClean="0" sz="1200" spc="0" i="1">
                <a:latin typeface="Times New Roman"/>
                <a:cs typeface="Times New Roman"/>
              </a:rPr>
              <a:t>Ad</a:t>
            </a:r>
            <a:r>
              <a:rPr dirty="0" smtClean="0" sz="1200" spc="-4" i="1">
                <a:latin typeface="Times New Roman"/>
                <a:cs typeface="Times New Roman"/>
              </a:rPr>
              <a:t>e</a:t>
            </a:r>
            <a:r>
              <a:rPr dirty="0" smtClean="0" sz="1200" spc="0" i="1">
                <a:latin typeface="Times New Roman"/>
                <a:cs typeface="Times New Roman"/>
              </a:rPr>
              <a:t>má</a:t>
            </a:r>
            <a:r>
              <a:rPr dirty="0" smtClean="0" sz="1200" spc="4" i="1">
                <a:latin typeface="Times New Roman"/>
                <a:cs typeface="Times New Roman"/>
              </a:rPr>
              <a:t>s</a:t>
            </a:r>
            <a:r>
              <a:rPr dirty="0" smtClean="0" sz="1200" spc="0" i="1">
                <a:latin typeface="Times New Roman"/>
                <a:cs typeface="Times New Roman"/>
              </a:rPr>
              <a:t>,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-34" i="1">
                <a:latin typeface="Times New Roman"/>
                <a:cs typeface="Times New Roman"/>
              </a:rPr>
              <a:t>r</a:t>
            </a:r>
            <a:r>
              <a:rPr dirty="0" smtClean="0" sz="1200" spc="0" i="1">
                <a:latin typeface="Times New Roman"/>
                <a:cs typeface="Times New Roman"/>
              </a:rPr>
              <a:t>e</a:t>
            </a:r>
            <a:r>
              <a:rPr dirty="0" smtClean="0" sz="1200" spc="-4" i="1">
                <a:latin typeface="Times New Roman"/>
                <a:cs typeface="Times New Roman"/>
              </a:rPr>
              <a:t>c</a:t>
            </a:r>
            <a:r>
              <a:rPr dirty="0" smtClean="0" sz="1200" spc="0" i="1">
                <a:latin typeface="Times New Roman"/>
                <a:cs typeface="Times New Roman"/>
              </a:rPr>
              <a:t>ue</a:t>
            </a:r>
            <a:r>
              <a:rPr dirty="0" smtClean="0" sz="1200" spc="-39" i="1">
                <a:latin typeface="Times New Roman"/>
                <a:cs typeface="Times New Roman"/>
              </a:rPr>
              <a:t>r</a:t>
            </a:r>
            <a:r>
              <a:rPr dirty="0" smtClean="0" sz="1200" spc="0" i="1">
                <a:latin typeface="Times New Roman"/>
                <a:cs typeface="Times New Roman"/>
              </a:rPr>
              <a:t>da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924175" y="5145405"/>
            <a:ext cx="1911603" cy="3289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70839">
              <a:lnSpc>
                <a:spcPct val="95825"/>
              </a:lnSpc>
              <a:spcBef>
                <a:spcPts val="219"/>
              </a:spcBef>
            </a:pPr>
            <a:r>
              <a:rPr dirty="0" smtClean="0" sz="1200" spc="0" i="1">
                <a:latin typeface="Times New Roman"/>
                <a:cs typeface="Times New Roman"/>
              </a:rPr>
              <a:t>E</a:t>
            </a:r>
            <a:r>
              <a:rPr dirty="0" smtClean="0" sz="1200" spc="-4" i="1">
                <a:latin typeface="Times New Roman"/>
                <a:cs typeface="Times New Roman"/>
              </a:rPr>
              <a:t>x</a:t>
            </a:r>
            <a:r>
              <a:rPr dirty="0" smtClean="0" sz="1200" spc="0" i="1">
                <a:latin typeface="Times New Roman"/>
                <a:cs typeface="Times New Roman"/>
              </a:rPr>
              <a:t>p</a:t>
            </a:r>
            <a:r>
              <a:rPr dirty="0" smtClean="0" sz="1200" spc="-34" i="1">
                <a:latin typeface="Times New Roman"/>
                <a:cs typeface="Times New Roman"/>
              </a:rPr>
              <a:t>r</a:t>
            </a:r>
            <a:r>
              <a:rPr dirty="0" smtClean="0" sz="1200" spc="0" i="1">
                <a:latin typeface="Times New Roman"/>
                <a:cs typeface="Times New Roman"/>
              </a:rPr>
              <a:t>esa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0" i="1">
                <a:latin typeface="Times New Roman"/>
                <a:cs typeface="Times New Roman"/>
              </a:rPr>
              <a:t>su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0" i="1">
                <a:latin typeface="Times New Roman"/>
                <a:cs typeface="Times New Roman"/>
              </a:rPr>
              <a:t>ap</a:t>
            </a:r>
            <a:r>
              <a:rPr dirty="0" smtClean="0" sz="1200" spc="-34" i="1">
                <a:latin typeface="Times New Roman"/>
                <a:cs typeface="Times New Roman"/>
              </a:rPr>
              <a:t>r</a:t>
            </a:r>
            <a:r>
              <a:rPr dirty="0" smtClean="0" sz="1200" spc="0" i="1">
                <a:latin typeface="Times New Roman"/>
                <a:cs typeface="Times New Roman"/>
              </a:rPr>
              <a:t>e</a:t>
            </a:r>
            <a:r>
              <a:rPr dirty="0" smtClean="0" sz="1200" spc="-4" i="1">
                <a:latin typeface="Times New Roman"/>
                <a:cs typeface="Times New Roman"/>
              </a:rPr>
              <a:t>c</a:t>
            </a:r>
            <a:r>
              <a:rPr dirty="0" smtClean="0" sz="1200" spc="0" i="1">
                <a:latin typeface="Times New Roman"/>
                <a:cs typeface="Times New Roman"/>
              </a:rPr>
              <a:t>io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835779" y="5145405"/>
            <a:ext cx="1913001" cy="3289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646430" marR="652297" algn="ctr">
              <a:lnSpc>
                <a:spcPct val="95825"/>
              </a:lnSpc>
              <a:spcBef>
                <a:spcPts val="219"/>
              </a:spcBef>
            </a:pPr>
            <a:r>
              <a:rPr dirty="0" smtClean="0" sz="1200" spc="0" i="1">
                <a:latin typeface="Times New Roman"/>
                <a:cs typeface="Times New Roman"/>
              </a:rPr>
              <a:t>R</a:t>
            </a:r>
            <a:r>
              <a:rPr dirty="0" smtClean="0" sz="1200" spc="-4" i="1">
                <a:latin typeface="Times New Roman"/>
                <a:cs typeface="Times New Roman"/>
              </a:rPr>
              <a:t>e</a:t>
            </a:r>
            <a:r>
              <a:rPr dirty="0" smtClean="0" sz="1200" spc="0" i="1">
                <a:latin typeface="Times New Roman"/>
                <a:cs typeface="Times New Roman"/>
              </a:rPr>
              <a:t>a</a:t>
            </a:r>
            <a:r>
              <a:rPr dirty="0" smtClean="0" sz="1200" spc="-4" i="1">
                <a:latin typeface="Times New Roman"/>
                <a:cs typeface="Times New Roman"/>
              </a:rPr>
              <a:t>f</a:t>
            </a:r>
            <a:r>
              <a:rPr dirty="0" smtClean="0" sz="1200" spc="0" i="1">
                <a:latin typeface="Times New Roman"/>
                <a:cs typeface="Times New Roman"/>
              </a:rPr>
              <a:t>irma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12507" y="5474335"/>
            <a:ext cx="1911667" cy="3276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24116">
              <a:lnSpc>
                <a:spcPct val="95825"/>
              </a:lnSpc>
              <a:spcBef>
                <a:spcPts val="219"/>
              </a:spcBef>
            </a:pPr>
            <a:r>
              <a:rPr dirty="0" smtClean="0" sz="1200" spc="0" i="1">
                <a:latin typeface="Times New Roman"/>
                <a:cs typeface="Times New Roman"/>
              </a:rPr>
              <a:t>Ad</a:t>
            </a:r>
            <a:r>
              <a:rPr dirty="0" smtClean="0" sz="1200" spc="-4" i="1">
                <a:latin typeface="Times New Roman"/>
                <a:cs typeface="Times New Roman"/>
              </a:rPr>
              <a:t>e</a:t>
            </a:r>
            <a:r>
              <a:rPr dirty="0" smtClean="0" sz="1200" spc="0" i="1">
                <a:latin typeface="Times New Roman"/>
                <a:cs typeface="Times New Roman"/>
              </a:rPr>
              <a:t>má</a:t>
            </a:r>
            <a:r>
              <a:rPr dirty="0" smtClean="0" sz="1200" spc="4" i="1">
                <a:latin typeface="Times New Roman"/>
                <a:cs typeface="Times New Roman"/>
              </a:rPr>
              <a:t>s</a:t>
            </a:r>
            <a:r>
              <a:rPr dirty="0" smtClean="0" sz="1200" spc="0" i="1">
                <a:latin typeface="Times New Roman"/>
                <a:cs typeface="Times New Roman"/>
              </a:rPr>
              <a:t>,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-34" i="1">
                <a:latin typeface="Times New Roman"/>
                <a:cs typeface="Times New Roman"/>
              </a:rPr>
              <a:t>r</a:t>
            </a:r>
            <a:r>
              <a:rPr dirty="0" smtClean="0" sz="1200" spc="0" i="1">
                <a:latin typeface="Times New Roman"/>
                <a:cs typeface="Times New Roman"/>
              </a:rPr>
              <a:t>esue</a:t>
            </a:r>
            <a:r>
              <a:rPr dirty="0" smtClean="0" sz="1200" spc="-4" i="1">
                <a:latin typeface="Times New Roman"/>
                <a:cs typeface="Times New Roman"/>
              </a:rPr>
              <a:t>l</a:t>
            </a:r>
            <a:r>
              <a:rPr dirty="0" smtClean="0" sz="1200" spc="0" i="1">
                <a:latin typeface="Times New Roman"/>
                <a:cs typeface="Times New Roman"/>
              </a:rPr>
              <a:t>ve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924175" y="5474335"/>
            <a:ext cx="1911603" cy="3276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27989">
              <a:lnSpc>
                <a:spcPct val="95825"/>
              </a:lnSpc>
              <a:spcBef>
                <a:spcPts val="219"/>
              </a:spcBef>
            </a:pPr>
            <a:r>
              <a:rPr dirty="0" smtClean="0" sz="1200" spc="0" i="1">
                <a:latin typeface="Times New Roman"/>
                <a:cs typeface="Times New Roman"/>
              </a:rPr>
              <a:t>E</a:t>
            </a:r>
            <a:r>
              <a:rPr dirty="0" smtClean="0" sz="1200" spc="-4" i="1">
                <a:latin typeface="Times New Roman"/>
                <a:cs typeface="Times New Roman"/>
              </a:rPr>
              <a:t>x</a:t>
            </a:r>
            <a:r>
              <a:rPr dirty="0" smtClean="0" sz="1200" spc="0" i="1">
                <a:latin typeface="Times New Roman"/>
                <a:cs typeface="Times New Roman"/>
              </a:rPr>
              <a:t>p</a:t>
            </a:r>
            <a:r>
              <a:rPr dirty="0" smtClean="0" sz="1200" spc="-34" i="1">
                <a:latin typeface="Times New Roman"/>
                <a:cs typeface="Times New Roman"/>
              </a:rPr>
              <a:t>r</a:t>
            </a:r>
            <a:r>
              <a:rPr dirty="0" smtClean="0" sz="1200" spc="0" i="1">
                <a:latin typeface="Times New Roman"/>
                <a:cs typeface="Times New Roman"/>
              </a:rPr>
              <a:t>esa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0" i="1">
                <a:latin typeface="Times New Roman"/>
                <a:cs typeface="Times New Roman"/>
              </a:rPr>
              <a:t>su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0" i="1">
                <a:latin typeface="Times New Roman"/>
                <a:cs typeface="Times New Roman"/>
              </a:rPr>
              <a:t>deseo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835779" y="5474335"/>
            <a:ext cx="1913001" cy="3276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80517">
              <a:lnSpc>
                <a:spcPct val="95825"/>
              </a:lnSpc>
              <a:spcBef>
                <a:spcPts val="219"/>
              </a:spcBef>
            </a:pPr>
            <a:r>
              <a:rPr dirty="0" smtClean="0" sz="1200" spc="0" i="1">
                <a:latin typeface="Times New Roman"/>
                <a:cs typeface="Times New Roman"/>
              </a:rPr>
              <a:t>R</a:t>
            </a:r>
            <a:r>
              <a:rPr dirty="0" smtClean="0" sz="1200" spc="-4" i="1">
                <a:latin typeface="Times New Roman"/>
                <a:cs typeface="Times New Roman"/>
              </a:rPr>
              <a:t>e</a:t>
            </a:r>
            <a:r>
              <a:rPr dirty="0" smtClean="0" sz="1200" spc="0" i="1">
                <a:latin typeface="Times New Roman"/>
                <a:cs typeface="Times New Roman"/>
              </a:rPr>
              <a:t>comi</a:t>
            </a:r>
            <a:r>
              <a:rPr dirty="0" smtClean="0" sz="1200" spc="-4" i="1">
                <a:latin typeface="Times New Roman"/>
                <a:cs typeface="Times New Roman"/>
              </a:rPr>
              <a:t>e</a:t>
            </a:r>
            <a:r>
              <a:rPr dirty="0" smtClean="0" sz="1200" spc="0" i="1">
                <a:latin typeface="Times New Roman"/>
                <a:cs typeface="Times New Roman"/>
              </a:rPr>
              <a:t>nda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12507" y="5801995"/>
            <a:ext cx="1911667" cy="32804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711263" marR="712469" algn="ctr">
              <a:lnSpc>
                <a:spcPct val="95825"/>
              </a:lnSpc>
              <a:spcBef>
                <a:spcPts val="219"/>
              </a:spcBef>
            </a:pPr>
            <a:r>
              <a:rPr dirty="0" smtClean="0" sz="1200" spc="0" i="1">
                <a:latin typeface="Times New Roman"/>
                <a:cs typeface="Times New Roman"/>
              </a:rPr>
              <a:t>A</a:t>
            </a:r>
            <a:r>
              <a:rPr dirty="0" smtClean="0" sz="1200" spc="-4" i="1">
                <a:latin typeface="Times New Roman"/>
                <a:cs typeface="Times New Roman"/>
              </a:rPr>
              <a:t>l</a:t>
            </a:r>
            <a:r>
              <a:rPr dirty="0" smtClean="0" sz="1200" spc="0" i="1">
                <a:latin typeface="Times New Roman"/>
                <a:cs typeface="Times New Roman"/>
              </a:rPr>
              <a:t>i</a:t>
            </a:r>
            <a:r>
              <a:rPr dirty="0" smtClean="0" sz="1200" spc="-4" i="1">
                <a:latin typeface="Times New Roman"/>
                <a:cs typeface="Times New Roman"/>
              </a:rPr>
              <a:t>e</a:t>
            </a:r>
            <a:r>
              <a:rPr dirty="0" smtClean="0" sz="1200" spc="9" i="1">
                <a:latin typeface="Times New Roman"/>
                <a:cs typeface="Times New Roman"/>
              </a:rPr>
              <a:t>n</a:t>
            </a:r>
            <a:r>
              <a:rPr dirty="0" smtClean="0" sz="1200" spc="0" i="1">
                <a:latin typeface="Times New Roman"/>
                <a:cs typeface="Times New Roman"/>
              </a:rPr>
              <a:t>ta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924175" y="5801995"/>
            <a:ext cx="1911603" cy="32804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693420" marR="697026" algn="ctr">
              <a:lnSpc>
                <a:spcPct val="95825"/>
              </a:lnSpc>
              <a:spcBef>
                <a:spcPts val="219"/>
              </a:spcBef>
            </a:pPr>
            <a:r>
              <a:rPr dirty="0" smtClean="0" sz="1200" spc="0" i="1">
                <a:latin typeface="Times New Roman"/>
                <a:cs typeface="Times New Roman"/>
              </a:rPr>
              <a:t>F</a:t>
            </a:r>
            <a:r>
              <a:rPr dirty="0" smtClean="0" sz="1200" spc="-4" i="1">
                <a:latin typeface="Times New Roman"/>
                <a:cs typeface="Times New Roman"/>
              </a:rPr>
              <a:t>e</a:t>
            </a:r>
            <a:r>
              <a:rPr dirty="0" smtClean="0" sz="1200" spc="0" i="1">
                <a:latin typeface="Times New Roman"/>
                <a:cs typeface="Times New Roman"/>
              </a:rPr>
              <a:t>lic</a:t>
            </a:r>
            <a:r>
              <a:rPr dirty="0" smtClean="0" sz="1200" spc="-4" i="1">
                <a:latin typeface="Times New Roman"/>
                <a:cs typeface="Times New Roman"/>
              </a:rPr>
              <a:t>i</a:t>
            </a:r>
            <a:r>
              <a:rPr dirty="0" smtClean="0" sz="1200" spc="0" i="1">
                <a:latin typeface="Times New Roman"/>
                <a:cs typeface="Times New Roman"/>
              </a:rPr>
              <a:t>ta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835779" y="5801995"/>
            <a:ext cx="1913001" cy="32804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642619" marR="644372" algn="ctr">
              <a:lnSpc>
                <a:spcPct val="95825"/>
              </a:lnSpc>
              <a:spcBef>
                <a:spcPts val="219"/>
              </a:spcBef>
            </a:pPr>
            <a:r>
              <a:rPr dirty="0" smtClean="0" sz="1200" spc="0" i="1">
                <a:latin typeface="Times New Roman"/>
                <a:cs typeface="Times New Roman"/>
              </a:rPr>
              <a:t>R</a:t>
            </a:r>
            <a:r>
              <a:rPr dirty="0" smtClean="0" sz="1200" spc="-4" i="1">
                <a:latin typeface="Times New Roman"/>
                <a:cs typeface="Times New Roman"/>
              </a:rPr>
              <a:t>e</a:t>
            </a:r>
            <a:r>
              <a:rPr dirty="0" smtClean="0" sz="1200" spc="0" i="1">
                <a:latin typeface="Times New Roman"/>
                <a:cs typeface="Times New Roman"/>
              </a:rPr>
              <a:t>cu</a:t>
            </a:r>
            <a:r>
              <a:rPr dirty="0" smtClean="0" sz="1200" spc="-4" i="1">
                <a:latin typeface="Times New Roman"/>
                <a:cs typeface="Times New Roman"/>
              </a:rPr>
              <a:t>e</a:t>
            </a:r>
            <a:r>
              <a:rPr dirty="0" smtClean="0" sz="1200" spc="-34" i="1">
                <a:latin typeface="Times New Roman"/>
                <a:cs typeface="Times New Roman"/>
              </a:rPr>
              <a:t>r</a:t>
            </a:r>
            <a:r>
              <a:rPr dirty="0" smtClean="0" sz="1200" spc="0" i="1">
                <a:latin typeface="Times New Roman"/>
                <a:cs typeface="Times New Roman"/>
              </a:rPr>
              <a:t>da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12507" y="6130036"/>
            <a:ext cx="1911667" cy="3276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668083" marR="670458" algn="ctr">
              <a:lnSpc>
                <a:spcPct val="95825"/>
              </a:lnSpc>
              <a:spcBef>
                <a:spcPts val="219"/>
              </a:spcBef>
            </a:pPr>
            <a:r>
              <a:rPr dirty="0" smtClean="0" sz="1200" spc="0" i="1">
                <a:latin typeface="Times New Roman"/>
                <a:cs typeface="Times New Roman"/>
              </a:rPr>
              <a:t>Aprueba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24175" y="6130036"/>
            <a:ext cx="1911603" cy="3276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607060">
              <a:lnSpc>
                <a:spcPct val="95825"/>
              </a:lnSpc>
              <a:spcBef>
                <a:spcPts val="219"/>
              </a:spcBef>
            </a:pPr>
            <a:r>
              <a:rPr dirty="0" smtClean="0" sz="1200" spc="0" i="1">
                <a:latin typeface="Times New Roman"/>
                <a:cs typeface="Times New Roman"/>
              </a:rPr>
              <a:t>F</a:t>
            </a:r>
            <a:r>
              <a:rPr dirty="0" smtClean="0" sz="1200" spc="-4" i="1">
                <a:latin typeface="Times New Roman"/>
                <a:cs typeface="Times New Roman"/>
              </a:rPr>
              <a:t>i</a:t>
            </a:r>
            <a:r>
              <a:rPr dirty="0" smtClean="0" sz="1200" spc="0" i="1">
                <a:latin typeface="Times New Roman"/>
                <a:cs typeface="Times New Roman"/>
              </a:rPr>
              <a:t>na</a:t>
            </a:r>
            <a:r>
              <a:rPr dirty="0" smtClean="0" sz="1200" spc="-4" i="1">
                <a:latin typeface="Times New Roman"/>
                <a:cs typeface="Times New Roman"/>
              </a:rPr>
              <a:t>l</a:t>
            </a:r>
            <a:r>
              <a:rPr dirty="0" smtClean="0" sz="1200" spc="0" i="1">
                <a:latin typeface="Times New Roman"/>
                <a:cs typeface="Times New Roman"/>
              </a:rPr>
              <a:t>men</a:t>
            </a:r>
            <a:r>
              <a:rPr dirty="0" smtClean="0" sz="1200" spc="4" i="1">
                <a:latin typeface="Times New Roman"/>
                <a:cs typeface="Times New Roman"/>
              </a:rPr>
              <a:t>t</a:t>
            </a:r>
            <a:r>
              <a:rPr dirty="0" smtClean="0" sz="1200" spc="0" i="1">
                <a:latin typeface="Times New Roman"/>
                <a:cs typeface="Times New Roman"/>
              </a:rPr>
              <a:t>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35779" y="6130036"/>
            <a:ext cx="1913001" cy="3276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649097" marR="649173" algn="ctr">
              <a:lnSpc>
                <a:spcPct val="95825"/>
              </a:lnSpc>
              <a:spcBef>
                <a:spcPts val="219"/>
              </a:spcBef>
            </a:pPr>
            <a:r>
              <a:rPr dirty="0" smtClean="0" sz="1200" spc="0" i="1">
                <a:latin typeface="Times New Roman"/>
                <a:cs typeface="Times New Roman"/>
              </a:rPr>
              <a:t>R</a:t>
            </a:r>
            <a:r>
              <a:rPr dirty="0" smtClean="0" sz="1200" spc="-4" i="1">
                <a:latin typeface="Times New Roman"/>
                <a:cs typeface="Times New Roman"/>
              </a:rPr>
              <a:t>e</a:t>
            </a:r>
            <a:r>
              <a:rPr dirty="0" smtClean="0" sz="1200" spc="0" i="1">
                <a:latin typeface="Times New Roman"/>
                <a:cs typeface="Times New Roman"/>
              </a:rPr>
              <a:t>spalda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12507" y="6457696"/>
            <a:ext cx="1911667" cy="32880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665416" marR="673887" algn="ctr">
              <a:lnSpc>
                <a:spcPct val="95825"/>
              </a:lnSpc>
              <a:spcBef>
                <a:spcPts val="215"/>
              </a:spcBef>
            </a:pPr>
            <a:r>
              <a:rPr dirty="0" smtClean="0" sz="1200" spc="0" i="1">
                <a:latin typeface="Times New Roman"/>
                <a:cs typeface="Times New Roman"/>
              </a:rPr>
              <a:t>Au</a:t>
            </a:r>
            <a:r>
              <a:rPr dirty="0" smtClean="0" sz="1200" spc="-4" i="1">
                <a:latin typeface="Times New Roman"/>
                <a:cs typeface="Times New Roman"/>
              </a:rPr>
              <a:t>t</a:t>
            </a:r>
            <a:r>
              <a:rPr dirty="0" smtClean="0" sz="1200" spc="0" i="1">
                <a:latin typeface="Times New Roman"/>
                <a:cs typeface="Times New Roman"/>
              </a:rPr>
              <a:t>oriza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24175" y="6457696"/>
            <a:ext cx="1911603" cy="32880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11810">
              <a:lnSpc>
                <a:spcPct val="95825"/>
              </a:lnSpc>
              <a:spcBef>
                <a:spcPts val="215"/>
              </a:spcBef>
            </a:pPr>
            <a:r>
              <a:rPr dirty="0" smtClean="0" sz="1200" spc="0" i="1">
                <a:latin typeface="Times New Roman"/>
                <a:cs typeface="Times New Roman"/>
              </a:rPr>
              <a:t>Hace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0" i="1">
                <a:latin typeface="Times New Roman"/>
                <a:cs typeface="Times New Roman"/>
              </a:rPr>
              <a:t>h</a:t>
            </a:r>
            <a:r>
              <a:rPr dirty="0" smtClean="0" sz="1200" spc="-4" i="1">
                <a:latin typeface="Times New Roman"/>
                <a:cs typeface="Times New Roman"/>
              </a:rPr>
              <a:t>i</a:t>
            </a:r>
            <a:r>
              <a:rPr dirty="0" smtClean="0" sz="1200" spc="0" i="1">
                <a:latin typeface="Times New Roman"/>
                <a:cs typeface="Times New Roman"/>
              </a:rPr>
              <a:t>ncap</a:t>
            </a:r>
            <a:r>
              <a:rPr dirty="0" smtClean="0" sz="1200" spc="-4" i="1">
                <a:latin typeface="Times New Roman"/>
                <a:cs typeface="Times New Roman"/>
              </a:rPr>
              <a:t>i</a:t>
            </a:r>
            <a:r>
              <a:rPr dirty="0" smtClean="0" sz="1200" spc="0" i="1">
                <a:latin typeface="Times New Roman"/>
                <a:cs typeface="Times New Roman"/>
              </a:rPr>
              <a:t>é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35779" y="6457696"/>
            <a:ext cx="1913001" cy="32880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15747">
              <a:lnSpc>
                <a:spcPct val="95825"/>
              </a:lnSpc>
              <a:spcBef>
                <a:spcPts val="215"/>
              </a:spcBef>
            </a:pPr>
            <a:r>
              <a:rPr dirty="0" smtClean="0" sz="1200" spc="0" i="1">
                <a:latin typeface="Times New Roman"/>
                <a:cs typeface="Times New Roman"/>
              </a:rPr>
              <a:t>So</a:t>
            </a:r>
            <a:r>
              <a:rPr dirty="0" smtClean="0" sz="1200" spc="-4" i="1">
                <a:latin typeface="Times New Roman"/>
                <a:cs typeface="Times New Roman"/>
              </a:rPr>
              <a:t>l</a:t>
            </a:r>
            <a:r>
              <a:rPr dirty="0" smtClean="0" sz="1200" spc="0" i="1">
                <a:latin typeface="Times New Roman"/>
                <a:cs typeface="Times New Roman"/>
              </a:rPr>
              <a:t>emnemen</a:t>
            </a:r>
            <a:r>
              <a:rPr dirty="0" smtClean="0" sz="1200" spc="-4" i="1">
                <a:latin typeface="Times New Roman"/>
                <a:cs typeface="Times New Roman"/>
              </a:rPr>
              <a:t>t</a:t>
            </a:r>
            <a:r>
              <a:rPr dirty="0" smtClean="0" sz="1200" spc="0" i="1">
                <a:latin typeface="Times New Roman"/>
                <a:cs typeface="Times New Roman"/>
              </a:rPr>
              <a:t>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12507" y="6786499"/>
            <a:ext cx="1911667" cy="32651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655383" marR="657707" algn="ctr">
              <a:lnSpc>
                <a:spcPct val="95825"/>
              </a:lnSpc>
              <a:spcBef>
                <a:spcPts val="209"/>
              </a:spcBef>
            </a:pPr>
            <a:r>
              <a:rPr dirty="0" smtClean="0" sz="1200" spc="0" i="1">
                <a:latin typeface="Times New Roman"/>
                <a:cs typeface="Times New Roman"/>
              </a:rPr>
              <a:t>Condena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24175" y="6786499"/>
            <a:ext cx="1911603" cy="32651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67360">
              <a:lnSpc>
                <a:spcPct val="95825"/>
              </a:lnSpc>
              <a:spcBef>
                <a:spcPts val="209"/>
              </a:spcBef>
            </a:pPr>
            <a:r>
              <a:rPr dirty="0" smtClean="0" sz="1200" spc="0" i="1">
                <a:latin typeface="Times New Roman"/>
                <a:cs typeface="Times New Roman"/>
              </a:rPr>
              <a:t>Hace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-4" i="1">
                <a:latin typeface="Times New Roman"/>
                <a:cs typeface="Times New Roman"/>
              </a:rPr>
              <a:t>l</a:t>
            </a:r>
            <a:r>
              <a:rPr dirty="0" smtClean="0" sz="1200" spc="0" i="1">
                <a:latin typeface="Times New Roman"/>
                <a:cs typeface="Times New Roman"/>
              </a:rPr>
              <a:t>l</a:t>
            </a:r>
            <a:r>
              <a:rPr dirty="0" smtClean="0" sz="1200" spc="-4" i="1">
                <a:latin typeface="Times New Roman"/>
                <a:cs typeface="Times New Roman"/>
              </a:rPr>
              <a:t>a</a:t>
            </a:r>
            <a:r>
              <a:rPr dirty="0" smtClean="0" sz="1200" spc="0" i="1">
                <a:latin typeface="Times New Roman"/>
                <a:cs typeface="Times New Roman"/>
              </a:rPr>
              <a:t>mado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0" i="1">
                <a:latin typeface="Times New Roman"/>
                <a:cs typeface="Times New Roman"/>
              </a:rPr>
              <a:t>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35779" y="6786499"/>
            <a:ext cx="1913001" cy="32651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76250">
              <a:lnSpc>
                <a:spcPct val="95825"/>
              </a:lnSpc>
              <a:spcBef>
                <a:spcPts val="209"/>
              </a:spcBef>
            </a:pPr>
            <a:r>
              <a:rPr dirty="0" smtClean="0" sz="1200" spc="-104" i="1">
                <a:latin typeface="Times New Roman"/>
                <a:cs typeface="Times New Roman"/>
              </a:rPr>
              <a:t>T</a:t>
            </a:r>
            <a:r>
              <a:rPr dirty="0" smtClean="0" sz="1200" spc="0" i="1">
                <a:latin typeface="Times New Roman"/>
                <a:cs typeface="Times New Roman"/>
              </a:rPr>
              <a:t>oma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0" i="1">
                <a:latin typeface="Times New Roman"/>
                <a:cs typeface="Times New Roman"/>
              </a:rPr>
              <a:t>en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0" i="1">
                <a:latin typeface="Times New Roman"/>
                <a:cs typeface="Times New Roman"/>
              </a:rPr>
              <a:t>cu</a:t>
            </a:r>
            <a:r>
              <a:rPr dirty="0" smtClean="0" sz="1200" spc="-4" i="1">
                <a:latin typeface="Times New Roman"/>
                <a:cs typeface="Times New Roman"/>
              </a:rPr>
              <a:t>e</a:t>
            </a:r>
            <a:r>
              <a:rPr dirty="0" smtClean="0" sz="1200" spc="0" i="1">
                <a:latin typeface="Times New Roman"/>
                <a:cs typeface="Times New Roman"/>
              </a:rPr>
              <a:t>n</a:t>
            </a:r>
            <a:r>
              <a:rPr dirty="0" smtClean="0" sz="1200" spc="-4" i="1">
                <a:latin typeface="Times New Roman"/>
                <a:cs typeface="Times New Roman"/>
              </a:rPr>
              <a:t>t</a:t>
            </a:r>
            <a:r>
              <a:rPr dirty="0" smtClean="0" sz="1200" spc="0" i="1">
                <a:latin typeface="Times New Roman"/>
                <a:cs typeface="Times New Roman"/>
              </a:rPr>
              <a:t>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12507" y="7113016"/>
            <a:ext cx="1911667" cy="32753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01586">
              <a:lnSpc>
                <a:spcPct val="95825"/>
              </a:lnSpc>
              <a:spcBef>
                <a:spcPts val="215"/>
              </a:spcBef>
            </a:pPr>
            <a:r>
              <a:rPr dirty="0" smtClean="0" sz="1200" spc="0" i="1">
                <a:latin typeface="Times New Roman"/>
                <a:cs typeface="Times New Roman"/>
              </a:rPr>
              <a:t>Con</a:t>
            </a:r>
            <a:r>
              <a:rPr dirty="0" smtClean="0" sz="1200" spc="-4" i="1">
                <a:latin typeface="Times New Roman"/>
                <a:cs typeface="Times New Roman"/>
              </a:rPr>
              <a:t>f</a:t>
            </a:r>
            <a:r>
              <a:rPr dirty="0" smtClean="0" sz="1200" spc="0" i="1">
                <a:latin typeface="Times New Roman"/>
                <a:cs typeface="Times New Roman"/>
              </a:rPr>
              <a:t>ía</a:t>
            </a:r>
            <a:r>
              <a:rPr dirty="0" smtClean="0" sz="1200" spc="-4" i="1">
                <a:latin typeface="Times New Roman"/>
                <a:cs typeface="Times New Roman"/>
              </a:rPr>
              <a:t> </a:t>
            </a:r>
            <a:r>
              <a:rPr dirty="0" smtClean="0" sz="1200" spc="0" i="1">
                <a:latin typeface="Times New Roman"/>
                <a:cs typeface="Times New Roman"/>
              </a:rPr>
              <a:t>e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-4" i="1">
                <a:latin typeface="Times New Roman"/>
                <a:cs typeface="Times New Roman"/>
              </a:rPr>
              <a:t>i</a:t>
            </a:r>
            <a:r>
              <a:rPr dirty="0" smtClean="0" sz="1200" spc="9" i="1">
                <a:latin typeface="Times New Roman"/>
                <a:cs typeface="Times New Roman"/>
              </a:rPr>
              <a:t>n</a:t>
            </a:r>
            <a:r>
              <a:rPr dirty="0" smtClean="0" sz="1200" spc="0" i="1">
                <a:latin typeface="Times New Roman"/>
                <a:cs typeface="Times New Roman"/>
              </a:rPr>
              <a:t>c</a:t>
            </a:r>
            <a:r>
              <a:rPr dirty="0" smtClean="0" sz="1200" spc="-4" i="1">
                <a:latin typeface="Times New Roman"/>
                <a:cs typeface="Times New Roman"/>
              </a:rPr>
              <a:t>i</a:t>
            </a:r>
            <a:r>
              <a:rPr dirty="0" smtClean="0" sz="1200" spc="0" i="1">
                <a:latin typeface="Times New Roman"/>
                <a:cs typeface="Times New Roman"/>
              </a:rPr>
              <a:t>ta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24175" y="7113016"/>
            <a:ext cx="1911603" cy="32753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99439">
              <a:lnSpc>
                <a:spcPct val="95825"/>
              </a:lnSpc>
              <a:spcBef>
                <a:spcPts val="215"/>
              </a:spcBef>
            </a:pPr>
            <a:r>
              <a:rPr dirty="0" smtClean="0" sz="1200" spc="0" i="1">
                <a:latin typeface="Times New Roman"/>
                <a:cs typeface="Times New Roman"/>
              </a:rPr>
              <a:t>Ha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-34" i="1">
                <a:latin typeface="Times New Roman"/>
                <a:cs typeface="Times New Roman"/>
              </a:rPr>
              <a:t>r</a:t>
            </a:r>
            <a:r>
              <a:rPr dirty="0" smtClean="0" sz="1200" spc="0" i="1">
                <a:latin typeface="Times New Roman"/>
                <a:cs typeface="Times New Roman"/>
              </a:rPr>
              <a:t>esue</a:t>
            </a:r>
            <a:r>
              <a:rPr dirty="0" smtClean="0" sz="1200" spc="-4" i="1">
                <a:latin typeface="Times New Roman"/>
                <a:cs typeface="Times New Roman"/>
              </a:rPr>
              <a:t>l</a:t>
            </a:r>
            <a:r>
              <a:rPr dirty="0" smtClean="0" sz="1200" spc="0" i="1">
                <a:latin typeface="Times New Roman"/>
                <a:cs typeface="Times New Roman"/>
              </a:rPr>
              <a:t>to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35779" y="7113016"/>
            <a:ext cx="1913001" cy="32753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626237" marR="628751" algn="ctr">
              <a:lnSpc>
                <a:spcPct val="95825"/>
              </a:lnSpc>
              <a:spcBef>
                <a:spcPts val="215"/>
              </a:spcBef>
            </a:pPr>
            <a:r>
              <a:rPr dirty="0" smtClean="0" sz="1200" spc="-64" i="1">
                <a:latin typeface="Times New Roman"/>
                <a:cs typeface="Times New Roman"/>
              </a:rPr>
              <a:t>T</a:t>
            </a:r>
            <a:r>
              <a:rPr dirty="0" smtClean="0" sz="1200" spc="0" i="1">
                <a:latin typeface="Times New Roman"/>
                <a:cs typeface="Times New Roman"/>
              </a:rPr>
              <a:t>ran</a:t>
            </a:r>
            <a:r>
              <a:rPr dirty="0" smtClean="0" sz="1200" spc="4" i="1">
                <a:latin typeface="Times New Roman"/>
                <a:cs typeface="Times New Roman"/>
              </a:rPr>
              <a:t>s</a:t>
            </a:r>
            <a:r>
              <a:rPr dirty="0" smtClean="0" sz="1200" spc="0" i="1">
                <a:latin typeface="Times New Roman"/>
                <a:cs typeface="Times New Roman"/>
              </a:rPr>
              <a:t>mi</a:t>
            </a:r>
            <a:r>
              <a:rPr dirty="0" smtClean="0" sz="1200" spc="-4" i="1">
                <a:latin typeface="Times New Roman"/>
                <a:cs typeface="Times New Roman"/>
              </a:rPr>
              <a:t>t</a:t>
            </a:r>
            <a:r>
              <a:rPr dirty="0" smtClean="0" sz="1200" spc="0" i="1">
                <a:latin typeface="Times New Roman"/>
                <a:cs typeface="Times New Roman"/>
              </a:rPr>
              <a:t>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3600" y="1224915"/>
            <a:ext cx="148907" cy="14347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" name="object 11"/>
          <p:cNvSpPr txBox="1"/>
          <p:nvPr/>
        </p:nvSpPr>
        <p:spPr>
          <a:xfrm>
            <a:off x="1012507" y="1224915"/>
            <a:ext cx="1911667" cy="42011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00"/>
              </a:lnSpc>
              <a:spcBef>
                <a:spcPts val="37"/>
              </a:spcBef>
            </a:pPr>
            <a:endParaRPr sz="900"/>
          </a:p>
          <a:p>
            <a:pPr marL="382206">
              <a:lnSpc>
                <a:spcPct val="95825"/>
              </a:lnSpc>
            </a:pPr>
            <a:r>
              <a:rPr dirty="0" smtClean="0" sz="1200" spc="0" i="1">
                <a:latin typeface="Times New Roman"/>
                <a:cs typeface="Times New Roman"/>
              </a:rPr>
              <a:t>Con</a:t>
            </a:r>
            <a:r>
              <a:rPr dirty="0" smtClean="0" sz="1200" spc="-4" i="1">
                <a:latin typeface="Times New Roman"/>
                <a:cs typeface="Times New Roman"/>
              </a:rPr>
              <a:t>t</a:t>
            </a:r>
            <a:r>
              <a:rPr dirty="0" smtClean="0" sz="1200" spc="0" i="1">
                <a:latin typeface="Times New Roman"/>
                <a:cs typeface="Times New Roman"/>
              </a:rPr>
              <a:t>emplando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0" i="1">
                <a:latin typeface="Times New Roman"/>
                <a:cs typeface="Times New Roman"/>
              </a:rPr>
              <a:t>que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24175" y="1224915"/>
            <a:ext cx="1911603" cy="42011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00"/>
              </a:lnSpc>
              <a:spcBef>
                <a:spcPts val="37"/>
              </a:spcBef>
            </a:pPr>
            <a:endParaRPr sz="900"/>
          </a:p>
          <a:p>
            <a:pPr marL="342900">
              <a:lnSpc>
                <a:spcPct val="95825"/>
              </a:lnSpc>
            </a:pPr>
            <a:r>
              <a:rPr dirty="0" smtClean="0" sz="1200" spc="0" i="1">
                <a:latin typeface="Times New Roman"/>
                <a:cs typeface="Times New Roman"/>
              </a:rPr>
              <a:t>Habiendo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-4" i="1">
                <a:latin typeface="Times New Roman"/>
                <a:cs typeface="Times New Roman"/>
              </a:rPr>
              <a:t>e</a:t>
            </a:r>
            <a:r>
              <a:rPr dirty="0" smtClean="0" sz="1200" spc="0" i="1">
                <a:latin typeface="Times New Roman"/>
                <a:cs typeface="Times New Roman"/>
              </a:rPr>
              <a:t>stud</a:t>
            </a:r>
            <a:r>
              <a:rPr dirty="0" smtClean="0" sz="1200" spc="-4" i="1">
                <a:latin typeface="Times New Roman"/>
                <a:cs typeface="Times New Roman"/>
              </a:rPr>
              <a:t>i</a:t>
            </a:r>
            <a:r>
              <a:rPr dirty="0" smtClean="0" sz="1200" spc="0" i="1">
                <a:latin typeface="Times New Roman"/>
                <a:cs typeface="Times New Roman"/>
              </a:rPr>
              <a:t>ado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35779" y="1224915"/>
            <a:ext cx="1913001" cy="42011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00"/>
              </a:lnSpc>
              <a:spcBef>
                <a:spcPts val="37"/>
              </a:spcBef>
            </a:pPr>
            <a:endParaRPr sz="900"/>
          </a:p>
          <a:p>
            <a:pPr marL="576707">
              <a:lnSpc>
                <a:spcPct val="95825"/>
              </a:lnSpc>
            </a:pPr>
            <a:r>
              <a:rPr dirty="0" smtClean="0" sz="1200" spc="0" i="1">
                <a:latin typeface="Times New Roman"/>
                <a:cs typeface="Times New Roman"/>
              </a:rPr>
              <a:t>R</a:t>
            </a:r>
            <a:r>
              <a:rPr dirty="0" smtClean="0" sz="1200" spc="-4" i="1">
                <a:latin typeface="Times New Roman"/>
                <a:cs typeface="Times New Roman"/>
              </a:rPr>
              <a:t>e</a:t>
            </a:r>
            <a:r>
              <a:rPr dirty="0" smtClean="0" sz="1200" spc="0" i="1">
                <a:latin typeface="Times New Roman"/>
                <a:cs typeface="Times New Roman"/>
              </a:rPr>
              <a:t>f</a:t>
            </a:r>
            <a:r>
              <a:rPr dirty="0" smtClean="0" sz="1200" spc="-4" i="1">
                <a:latin typeface="Times New Roman"/>
                <a:cs typeface="Times New Roman"/>
              </a:rPr>
              <a:t>i</a:t>
            </a:r>
            <a:r>
              <a:rPr dirty="0" smtClean="0" sz="1200" spc="0" i="1">
                <a:latin typeface="Times New Roman"/>
                <a:cs typeface="Times New Roman"/>
              </a:rPr>
              <a:t>r</a:t>
            </a:r>
            <a:r>
              <a:rPr dirty="0" smtClean="0" sz="1200" spc="9" i="1">
                <a:latin typeface="Times New Roman"/>
                <a:cs typeface="Times New Roman"/>
              </a:rPr>
              <a:t>i</a:t>
            </a:r>
            <a:r>
              <a:rPr dirty="0" smtClean="0" sz="1200" spc="0" i="1">
                <a:latin typeface="Times New Roman"/>
                <a:cs typeface="Times New Roman"/>
              </a:rPr>
              <a:t>éndose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48780" y="1224915"/>
            <a:ext cx="123189" cy="14347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1012507" y="1645030"/>
            <a:ext cx="1911667" cy="4000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750"/>
              </a:lnSpc>
              <a:spcBef>
                <a:spcPts val="29"/>
              </a:spcBef>
            </a:pPr>
            <a:endParaRPr sz="750"/>
          </a:p>
          <a:p>
            <a:pPr marL="596963">
              <a:lnSpc>
                <a:spcPct val="95825"/>
              </a:lnSpc>
            </a:pPr>
            <a:r>
              <a:rPr dirty="0" smtClean="0" sz="1200" spc="0" i="1">
                <a:latin typeface="Times New Roman"/>
                <a:cs typeface="Times New Roman"/>
              </a:rPr>
              <a:t>Conv</a:t>
            </a:r>
            <a:r>
              <a:rPr dirty="0" smtClean="0" sz="1200" spc="-4" i="1">
                <a:latin typeface="Times New Roman"/>
                <a:cs typeface="Times New Roman"/>
              </a:rPr>
              <a:t>e</a:t>
            </a:r>
            <a:r>
              <a:rPr dirty="0" smtClean="0" sz="1200" spc="0" i="1">
                <a:latin typeface="Times New Roman"/>
                <a:cs typeface="Times New Roman"/>
              </a:rPr>
              <a:t>nc</a:t>
            </a:r>
            <a:r>
              <a:rPr dirty="0" smtClean="0" sz="1200" spc="-4" i="1">
                <a:latin typeface="Times New Roman"/>
                <a:cs typeface="Times New Roman"/>
              </a:rPr>
              <a:t>i</a:t>
            </a:r>
            <a:r>
              <a:rPr dirty="0" smtClean="0" sz="1200" spc="0" i="1">
                <a:latin typeface="Times New Roman"/>
                <a:cs typeface="Times New Roman"/>
              </a:rPr>
              <a:t>do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24175" y="1645030"/>
            <a:ext cx="1911603" cy="4000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750"/>
              </a:lnSpc>
              <a:spcBef>
                <a:spcPts val="29"/>
              </a:spcBef>
            </a:pPr>
            <a:endParaRPr sz="750"/>
          </a:p>
          <a:p>
            <a:pPr marL="306069">
              <a:lnSpc>
                <a:spcPct val="95825"/>
              </a:lnSpc>
            </a:pPr>
            <a:r>
              <a:rPr dirty="0" smtClean="0" sz="1200" spc="0" i="1">
                <a:latin typeface="Times New Roman"/>
                <a:cs typeface="Times New Roman"/>
              </a:rPr>
              <a:t>Habiendo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-4" i="1">
                <a:latin typeface="Times New Roman"/>
                <a:cs typeface="Times New Roman"/>
              </a:rPr>
              <a:t>e</a:t>
            </a:r>
            <a:r>
              <a:rPr dirty="0" smtClean="0" sz="1200" spc="0" i="1">
                <a:latin typeface="Times New Roman"/>
                <a:cs typeface="Times New Roman"/>
              </a:rPr>
              <a:t>xamina</a:t>
            </a:r>
            <a:r>
              <a:rPr dirty="0" smtClean="0" sz="1200" spc="4" i="1">
                <a:latin typeface="Times New Roman"/>
                <a:cs typeface="Times New Roman"/>
              </a:rPr>
              <a:t>d</a:t>
            </a:r>
            <a:r>
              <a:rPr dirty="0" smtClean="0" sz="1200" spc="0" i="1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35779" y="1645030"/>
            <a:ext cx="1913001" cy="4000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750"/>
              </a:lnSpc>
              <a:spcBef>
                <a:spcPts val="29"/>
              </a:spcBef>
            </a:pPr>
            <a:endParaRPr sz="750"/>
          </a:p>
          <a:p>
            <a:pPr marL="392430">
              <a:lnSpc>
                <a:spcPct val="95825"/>
              </a:lnSpc>
            </a:pPr>
            <a:r>
              <a:rPr dirty="0" smtClean="0" sz="1200" spc="-104" i="1">
                <a:latin typeface="Times New Roman"/>
                <a:cs typeface="Times New Roman"/>
              </a:rPr>
              <a:t>T</a:t>
            </a:r>
            <a:r>
              <a:rPr dirty="0" smtClean="0" sz="1200" spc="0" i="1">
                <a:latin typeface="Times New Roman"/>
                <a:cs typeface="Times New Roman"/>
              </a:rPr>
              <a:t>en</a:t>
            </a:r>
            <a:r>
              <a:rPr dirty="0" smtClean="0" sz="1200" spc="-4" i="1">
                <a:latin typeface="Times New Roman"/>
                <a:cs typeface="Times New Roman"/>
              </a:rPr>
              <a:t>i</a:t>
            </a:r>
            <a:r>
              <a:rPr dirty="0" smtClean="0" sz="1200" spc="0" i="1">
                <a:latin typeface="Times New Roman"/>
                <a:cs typeface="Times New Roman"/>
              </a:rPr>
              <a:t>endo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-4" i="1">
                <a:latin typeface="Times New Roman"/>
                <a:cs typeface="Times New Roman"/>
              </a:rPr>
              <a:t>e</a:t>
            </a:r>
            <a:r>
              <a:rPr dirty="0" smtClean="0" sz="1200" spc="0" i="1">
                <a:latin typeface="Times New Roman"/>
                <a:cs typeface="Times New Roman"/>
              </a:rPr>
              <a:t>n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0" i="1">
                <a:latin typeface="Times New Roman"/>
                <a:cs typeface="Times New Roman"/>
              </a:rPr>
              <a:t>mente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2507" y="2045080"/>
            <a:ext cx="1911667" cy="60820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50"/>
              </a:lnSpc>
              <a:spcBef>
                <a:spcPts val="18"/>
              </a:spcBef>
            </a:pPr>
            <a:endParaRPr sz="550"/>
          </a:p>
          <a:p>
            <a:pPr marL="295846">
              <a:lnSpc>
                <a:spcPct val="95825"/>
              </a:lnSpc>
            </a:pPr>
            <a:r>
              <a:rPr dirty="0" smtClean="0" sz="1200" spc="0" i="1">
                <a:latin typeface="Times New Roman"/>
                <a:cs typeface="Times New Roman"/>
              </a:rPr>
              <a:t>C</a:t>
            </a:r>
            <a:r>
              <a:rPr dirty="0" smtClean="0" sz="1200" spc="-34" i="1">
                <a:latin typeface="Times New Roman"/>
                <a:cs typeface="Times New Roman"/>
              </a:rPr>
              <a:t>r</a:t>
            </a:r>
            <a:r>
              <a:rPr dirty="0" smtClean="0" sz="1200" spc="0" i="1">
                <a:latin typeface="Times New Roman"/>
                <a:cs typeface="Times New Roman"/>
              </a:rPr>
              <a:t>e</a:t>
            </a:r>
            <a:r>
              <a:rPr dirty="0" smtClean="0" sz="1200" spc="-4" i="1">
                <a:latin typeface="Times New Roman"/>
                <a:cs typeface="Times New Roman"/>
              </a:rPr>
              <a:t>y</a:t>
            </a:r>
            <a:r>
              <a:rPr dirty="0" smtClean="0" sz="1200" spc="0" i="1">
                <a:latin typeface="Times New Roman"/>
                <a:cs typeface="Times New Roman"/>
              </a:rPr>
              <a:t>endo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0" i="1">
                <a:latin typeface="Times New Roman"/>
                <a:cs typeface="Times New Roman"/>
              </a:rPr>
              <a:t>p</a:t>
            </a:r>
            <a:r>
              <a:rPr dirty="0" smtClean="0" sz="1200" spc="-4" i="1">
                <a:latin typeface="Times New Roman"/>
                <a:cs typeface="Times New Roman"/>
              </a:rPr>
              <a:t>l</a:t>
            </a:r>
            <a:r>
              <a:rPr dirty="0" smtClean="0" sz="1200" spc="0" i="1">
                <a:latin typeface="Times New Roman"/>
                <a:cs typeface="Times New Roman"/>
              </a:rPr>
              <a:t>enamen</a:t>
            </a:r>
            <a:r>
              <a:rPr dirty="0" smtClean="0" sz="1200" spc="4" i="1">
                <a:latin typeface="Times New Roman"/>
                <a:cs typeface="Times New Roman"/>
              </a:rPr>
              <a:t>t</a:t>
            </a:r>
            <a:r>
              <a:rPr dirty="0" smtClean="0" sz="1200" spc="0" i="1">
                <a:latin typeface="Times New Roman"/>
                <a:cs typeface="Times New Roman"/>
              </a:rPr>
              <a:t>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24175" y="2045080"/>
            <a:ext cx="1911603" cy="60820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50"/>
              </a:lnSpc>
              <a:spcBef>
                <a:spcPts val="18"/>
              </a:spcBef>
            </a:pPr>
            <a:endParaRPr sz="550"/>
          </a:p>
          <a:p>
            <a:pPr marL="702310" marR="114632" indent="-543560">
              <a:lnSpc>
                <a:spcPts val="1379"/>
              </a:lnSpc>
            </a:pPr>
            <a:r>
              <a:rPr dirty="0" smtClean="0" sz="1200" spc="0" i="1">
                <a:latin typeface="Times New Roman"/>
                <a:cs typeface="Times New Roman"/>
              </a:rPr>
              <a:t>Habiendo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0" i="1">
                <a:latin typeface="Times New Roman"/>
                <a:cs typeface="Times New Roman"/>
              </a:rPr>
              <a:t>p</a:t>
            </a:r>
            <a:r>
              <a:rPr dirty="0" smtClean="0" sz="1200" spc="-39" i="1">
                <a:latin typeface="Times New Roman"/>
                <a:cs typeface="Times New Roman"/>
              </a:rPr>
              <a:t>r</a:t>
            </a:r>
            <a:r>
              <a:rPr dirty="0" smtClean="0" sz="1200" spc="0" i="1">
                <a:latin typeface="Times New Roman"/>
                <a:cs typeface="Times New Roman"/>
              </a:rPr>
              <a:t>estado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0" i="1">
                <a:latin typeface="Times New Roman"/>
                <a:cs typeface="Times New Roman"/>
              </a:rPr>
              <a:t>mucha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702310" marR="114632">
              <a:lnSpc>
                <a:spcPts val="1379"/>
              </a:lnSpc>
              <a:spcBef>
                <a:spcPts val="681"/>
              </a:spcBef>
            </a:pPr>
            <a:r>
              <a:rPr dirty="0" smtClean="0" sz="1200" spc="0" i="1">
                <a:latin typeface="Times New Roman"/>
                <a:cs typeface="Times New Roman"/>
              </a:rPr>
              <a:t>a</a:t>
            </a:r>
            <a:r>
              <a:rPr dirty="0" smtClean="0" sz="1200" spc="-4" i="1">
                <a:latin typeface="Times New Roman"/>
                <a:cs typeface="Times New Roman"/>
              </a:rPr>
              <a:t>t</a:t>
            </a:r>
            <a:r>
              <a:rPr dirty="0" smtClean="0" sz="1200" spc="0" i="1">
                <a:latin typeface="Times New Roman"/>
                <a:cs typeface="Times New Roman"/>
              </a:rPr>
              <a:t>en</a:t>
            </a:r>
            <a:r>
              <a:rPr dirty="0" smtClean="0" sz="1200" spc="-4" i="1">
                <a:latin typeface="Times New Roman"/>
                <a:cs typeface="Times New Roman"/>
              </a:rPr>
              <a:t>c</a:t>
            </a:r>
            <a:r>
              <a:rPr dirty="0" smtClean="0" sz="1200" spc="0" i="1">
                <a:latin typeface="Times New Roman"/>
                <a:cs typeface="Times New Roman"/>
              </a:rPr>
              <a:t>i</a:t>
            </a:r>
            <a:r>
              <a:rPr dirty="0" smtClean="0" sz="1200" spc="-4" i="1">
                <a:latin typeface="Times New Roman"/>
                <a:cs typeface="Times New Roman"/>
              </a:rPr>
              <a:t>ó</a:t>
            </a:r>
            <a:r>
              <a:rPr dirty="0" smtClean="0" sz="1200" spc="0" i="1">
                <a:latin typeface="Times New Roman"/>
                <a:cs typeface="Times New Roman"/>
              </a:rPr>
              <a:t>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835779" y="2045080"/>
            <a:ext cx="1913001" cy="60820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50"/>
              </a:lnSpc>
              <a:spcBef>
                <a:spcPts val="18"/>
              </a:spcBef>
            </a:pPr>
            <a:endParaRPr sz="550"/>
          </a:p>
          <a:p>
            <a:pPr marL="370840">
              <a:lnSpc>
                <a:spcPct val="95825"/>
              </a:lnSpc>
            </a:pPr>
            <a:r>
              <a:rPr dirty="0" smtClean="0" sz="1200" spc="-104" i="1">
                <a:latin typeface="Times New Roman"/>
                <a:cs typeface="Times New Roman"/>
              </a:rPr>
              <a:t>T</a:t>
            </a:r>
            <a:r>
              <a:rPr dirty="0" smtClean="0" sz="1200" spc="0" i="1">
                <a:latin typeface="Times New Roman"/>
                <a:cs typeface="Times New Roman"/>
              </a:rPr>
              <a:t>en</a:t>
            </a:r>
            <a:r>
              <a:rPr dirty="0" smtClean="0" sz="1200" spc="-4" i="1">
                <a:latin typeface="Times New Roman"/>
                <a:cs typeface="Times New Roman"/>
              </a:rPr>
              <a:t>i</a:t>
            </a:r>
            <a:r>
              <a:rPr dirty="0" smtClean="0" sz="1200" spc="0" i="1">
                <a:latin typeface="Times New Roman"/>
                <a:cs typeface="Times New Roman"/>
              </a:rPr>
              <a:t>endo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-4" i="1">
                <a:latin typeface="Times New Roman"/>
                <a:cs typeface="Times New Roman"/>
              </a:rPr>
              <a:t>e</a:t>
            </a:r>
            <a:r>
              <a:rPr dirty="0" smtClean="0" sz="1200" spc="0" i="1">
                <a:latin typeface="Times New Roman"/>
                <a:cs typeface="Times New Roman"/>
              </a:rPr>
              <a:t>n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0" i="1">
                <a:latin typeface="Times New Roman"/>
                <a:cs typeface="Times New Roman"/>
              </a:rPr>
              <a:t>cu</a:t>
            </a:r>
            <a:r>
              <a:rPr dirty="0" smtClean="0" sz="1200" spc="-4" i="1">
                <a:latin typeface="Times New Roman"/>
                <a:cs typeface="Times New Roman"/>
              </a:rPr>
              <a:t>e</a:t>
            </a:r>
            <a:r>
              <a:rPr dirty="0" smtClean="0" sz="1200" spc="9" i="1">
                <a:latin typeface="Times New Roman"/>
                <a:cs typeface="Times New Roman"/>
              </a:rPr>
              <a:t>n</a:t>
            </a:r>
            <a:r>
              <a:rPr dirty="0" smtClean="0" sz="1200" spc="0" i="1">
                <a:latin typeface="Times New Roman"/>
                <a:cs typeface="Times New Roman"/>
              </a:rPr>
              <a:t>ta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object 56"/>
          <p:cNvSpPr/>
          <p:nvPr/>
        </p:nvSpPr>
        <p:spPr>
          <a:xfrm>
            <a:off x="863600" y="1224915"/>
            <a:ext cx="6008370" cy="0"/>
          </a:xfrm>
          <a:custGeom>
            <a:avLst/>
            <a:gdLst/>
            <a:ahLst/>
            <a:cxnLst/>
            <a:rect l="l" t="t" r="r" b="b"/>
            <a:pathLst>
              <a:path w="6008370" h="0">
                <a:moveTo>
                  <a:pt x="0" y="0"/>
                </a:moveTo>
                <a:lnTo>
                  <a:pt x="600837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" name="object 29"/>
          <p:cNvSpPr/>
          <p:nvPr/>
        </p:nvSpPr>
        <p:spPr>
          <a:xfrm>
            <a:off x="1018857" y="2034794"/>
            <a:ext cx="2855341" cy="0"/>
          </a:xfrm>
          <a:custGeom>
            <a:avLst/>
            <a:gdLst/>
            <a:ahLst/>
            <a:cxnLst/>
            <a:rect l="l" t="t" r="r" b="b"/>
            <a:pathLst>
              <a:path w="2855341" h="0">
                <a:moveTo>
                  <a:pt x="0" y="0"/>
                </a:moveTo>
                <a:lnTo>
                  <a:pt x="285534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" name="object 30"/>
          <p:cNvSpPr/>
          <p:nvPr/>
        </p:nvSpPr>
        <p:spPr>
          <a:xfrm>
            <a:off x="3886835" y="2034794"/>
            <a:ext cx="2855594" cy="0"/>
          </a:xfrm>
          <a:custGeom>
            <a:avLst/>
            <a:gdLst/>
            <a:ahLst/>
            <a:cxnLst/>
            <a:rect l="l" t="t" r="r" b="b"/>
            <a:pathLst>
              <a:path w="2855594" h="0">
                <a:moveTo>
                  <a:pt x="0" y="0"/>
                </a:moveTo>
                <a:lnTo>
                  <a:pt x="285559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" name="object 31"/>
          <p:cNvSpPr/>
          <p:nvPr/>
        </p:nvSpPr>
        <p:spPr>
          <a:xfrm>
            <a:off x="1018857" y="2434844"/>
            <a:ext cx="2855341" cy="0"/>
          </a:xfrm>
          <a:custGeom>
            <a:avLst/>
            <a:gdLst/>
            <a:ahLst/>
            <a:cxnLst/>
            <a:rect l="l" t="t" r="r" b="b"/>
            <a:pathLst>
              <a:path w="2855341" h="0">
                <a:moveTo>
                  <a:pt x="0" y="0"/>
                </a:moveTo>
                <a:lnTo>
                  <a:pt x="285534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" name="object 32"/>
          <p:cNvSpPr/>
          <p:nvPr/>
        </p:nvSpPr>
        <p:spPr>
          <a:xfrm>
            <a:off x="3886835" y="2434844"/>
            <a:ext cx="2855594" cy="0"/>
          </a:xfrm>
          <a:custGeom>
            <a:avLst/>
            <a:gdLst/>
            <a:ahLst/>
            <a:cxnLst/>
            <a:rect l="l" t="t" r="r" b="b"/>
            <a:pathLst>
              <a:path w="2855594" h="0">
                <a:moveTo>
                  <a:pt x="0" y="0"/>
                </a:moveTo>
                <a:lnTo>
                  <a:pt x="285559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" name="object 33"/>
          <p:cNvSpPr/>
          <p:nvPr/>
        </p:nvSpPr>
        <p:spPr>
          <a:xfrm>
            <a:off x="1018857" y="3184144"/>
            <a:ext cx="2855341" cy="0"/>
          </a:xfrm>
          <a:custGeom>
            <a:avLst/>
            <a:gdLst/>
            <a:ahLst/>
            <a:cxnLst/>
            <a:rect l="l" t="t" r="r" b="b"/>
            <a:pathLst>
              <a:path w="2855341" h="0">
                <a:moveTo>
                  <a:pt x="0" y="0"/>
                </a:moveTo>
                <a:lnTo>
                  <a:pt x="285534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" name="object 34"/>
          <p:cNvSpPr/>
          <p:nvPr/>
        </p:nvSpPr>
        <p:spPr>
          <a:xfrm>
            <a:off x="3886835" y="3184144"/>
            <a:ext cx="2855594" cy="0"/>
          </a:xfrm>
          <a:custGeom>
            <a:avLst/>
            <a:gdLst/>
            <a:ahLst/>
            <a:cxnLst/>
            <a:rect l="l" t="t" r="r" b="b"/>
            <a:pathLst>
              <a:path w="2855594" h="0">
                <a:moveTo>
                  <a:pt x="0" y="0"/>
                </a:moveTo>
                <a:lnTo>
                  <a:pt x="285559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" name="object 35"/>
          <p:cNvSpPr/>
          <p:nvPr/>
        </p:nvSpPr>
        <p:spPr>
          <a:xfrm>
            <a:off x="1018857" y="4058285"/>
            <a:ext cx="2855341" cy="0"/>
          </a:xfrm>
          <a:custGeom>
            <a:avLst/>
            <a:gdLst/>
            <a:ahLst/>
            <a:cxnLst/>
            <a:rect l="l" t="t" r="r" b="b"/>
            <a:pathLst>
              <a:path w="2855341" h="0">
                <a:moveTo>
                  <a:pt x="0" y="0"/>
                </a:moveTo>
                <a:lnTo>
                  <a:pt x="285534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" name="object 36"/>
          <p:cNvSpPr/>
          <p:nvPr/>
        </p:nvSpPr>
        <p:spPr>
          <a:xfrm>
            <a:off x="3886835" y="4058285"/>
            <a:ext cx="2855594" cy="0"/>
          </a:xfrm>
          <a:custGeom>
            <a:avLst/>
            <a:gdLst/>
            <a:ahLst/>
            <a:cxnLst/>
            <a:rect l="l" t="t" r="r" b="b"/>
            <a:pathLst>
              <a:path w="2855594" h="0">
                <a:moveTo>
                  <a:pt x="0" y="0"/>
                </a:moveTo>
                <a:lnTo>
                  <a:pt x="285559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" name="object 37"/>
          <p:cNvSpPr/>
          <p:nvPr/>
        </p:nvSpPr>
        <p:spPr>
          <a:xfrm>
            <a:off x="1018857" y="4669155"/>
            <a:ext cx="2855341" cy="0"/>
          </a:xfrm>
          <a:custGeom>
            <a:avLst/>
            <a:gdLst/>
            <a:ahLst/>
            <a:cxnLst/>
            <a:rect l="l" t="t" r="r" b="b"/>
            <a:pathLst>
              <a:path w="2855341" h="0">
                <a:moveTo>
                  <a:pt x="0" y="0"/>
                </a:moveTo>
                <a:lnTo>
                  <a:pt x="285534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" name="object 38"/>
          <p:cNvSpPr/>
          <p:nvPr/>
        </p:nvSpPr>
        <p:spPr>
          <a:xfrm>
            <a:off x="3886835" y="4669155"/>
            <a:ext cx="2855594" cy="0"/>
          </a:xfrm>
          <a:custGeom>
            <a:avLst/>
            <a:gdLst/>
            <a:ahLst/>
            <a:cxnLst/>
            <a:rect l="l" t="t" r="r" b="b"/>
            <a:pathLst>
              <a:path w="2855594" h="0">
                <a:moveTo>
                  <a:pt x="0" y="0"/>
                </a:moveTo>
                <a:lnTo>
                  <a:pt x="285559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" name="object 39"/>
          <p:cNvSpPr/>
          <p:nvPr/>
        </p:nvSpPr>
        <p:spPr>
          <a:xfrm>
            <a:off x="1018857" y="5280025"/>
            <a:ext cx="2855341" cy="0"/>
          </a:xfrm>
          <a:custGeom>
            <a:avLst/>
            <a:gdLst/>
            <a:ahLst/>
            <a:cxnLst/>
            <a:rect l="l" t="t" r="r" b="b"/>
            <a:pathLst>
              <a:path w="2855341" h="0">
                <a:moveTo>
                  <a:pt x="0" y="0"/>
                </a:moveTo>
                <a:lnTo>
                  <a:pt x="285534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" name="object 40"/>
          <p:cNvSpPr/>
          <p:nvPr/>
        </p:nvSpPr>
        <p:spPr>
          <a:xfrm>
            <a:off x="3886835" y="5280025"/>
            <a:ext cx="2855594" cy="0"/>
          </a:xfrm>
          <a:custGeom>
            <a:avLst/>
            <a:gdLst/>
            <a:ahLst/>
            <a:cxnLst/>
            <a:rect l="l" t="t" r="r" b="b"/>
            <a:pathLst>
              <a:path w="2855594" h="0">
                <a:moveTo>
                  <a:pt x="0" y="0"/>
                </a:moveTo>
                <a:lnTo>
                  <a:pt x="285559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" name="object 41"/>
          <p:cNvSpPr/>
          <p:nvPr/>
        </p:nvSpPr>
        <p:spPr>
          <a:xfrm>
            <a:off x="1018857" y="5890895"/>
            <a:ext cx="2855341" cy="0"/>
          </a:xfrm>
          <a:custGeom>
            <a:avLst/>
            <a:gdLst/>
            <a:ahLst/>
            <a:cxnLst/>
            <a:rect l="l" t="t" r="r" b="b"/>
            <a:pathLst>
              <a:path w="2855341" h="0">
                <a:moveTo>
                  <a:pt x="0" y="0"/>
                </a:moveTo>
                <a:lnTo>
                  <a:pt x="285534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" name="object 42"/>
          <p:cNvSpPr/>
          <p:nvPr/>
        </p:nvSpPr>
        <p:spPr>
          <a:xfrm>
            <a:off x="3886835" y="5890895"/>
            <a:ext cx="2855594" cy="0"/>
          </a:xfrm>
          <a:custGeom>
            <a:avLst/>
            <a:gdLst/>
            <a:ahLst/>
            <a:cxnLst/>
            <a:rect l="l" t="t" r="r" b="b"/>
            <a:pathLst>
              <a:path w="2855594" h="0">
                <a:moveTo>
                  <a:pt x="0" y="0"/>
                </a:moveTo>
                <a:lnTo>
                  <a:pt x="285559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" name="object 43"/>
          <p:cNvSpPr/>
          <p:nvPr/>
        </p:nvSpPr>
        <p:spPr>
          <a:xfrm>
            <a:off x="1018857" y="6641846"/>
            <a:ext cx="2855341" cy="0"/>
          </a:xfrm>
          <a:custGeom>
            <a:avLst/>
            <a:gdLst/>
            <a:ahLst/>
            <a:cxnLst/>
            <a:rect l="l" t="t" r="r" b="b"/>
            <a:pathLst>
              <a:path w="2855341" h="0">
                <a:moveTo>
                  <a:pt x="0" y="0"/>
                </a:moveTo>
                <a:lnTo>
                  <a:pt x="285534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" name="object 44"/>
          <p:cNvSpPr/>
          <p:nvPr/>
        </p:nvSpPr>
        <p:spPr>
          <a:xfrm>
            <a:off x="3886835" y="6641846"/>
            <a:ext cx="2855594" cy="0"/>
          </a:xfrm>
          <a:custGeom>
            <a:avLst/>
            <a:gdLst/>
            <a:ahLst/>
            <a:cxnLst/>
            <a:rect l="l" t="t" r="r" b="b"/>
            <a:pathLst>
              <a:path w="2855594" h="0">
                <a:moveTo>
                  <a:pt x="0" y="0"/>
                </a:moveTo>
                <a:lnTo>
                  <a:pt x="285559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5" name="object 45"/>
          <p:cNvSpPr/>
          <p:nvPr/>
        </p:nvSpPr>
        <p:spPr>
          <a:xfrm>
            <a:off x="1018857" y="7040499"/>
            <a:ext cx="2855341" cy="0"/>
          </a:xfrm>
          <a:custGeom>
            <a:avLst/>
            <a:gdLst/>
            <a:ahLst/>
            <a:cxnLst/>
            <a:rect l="l" t="t" r="r" b="b"/>
            <a:pathLst>
              <a:path w="2855341" h="0">
                <a:moveTo>
                  <a:pt x="0" y="0"/>
                </a:moveTo>
                <a:lnTo>
                  <a:pt x="285534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6" name="object 46"/>
          <p:cNvSpPr/>
          <p:nvPr/>
        </p:nvSpPr>
        <p:spPr>
          <a:xfrm>
            <a:off x="3886835" y="7040499"/>
            <a:ext cx="2855594" cy="0"/>
          </a:xfrm>
          <a:custGeom>
            <a:avLst/>
            <a:gdLst/>
            <a:ahLst/>
            <a:cxnLst/>
            <a:rect l="l" t="t" r="r" b="b"/>
            <a:pathLst>
              <a:path w="2855594" h="0">
                <a:moveTo>
                  <a:pt x="0" y="0"/>
                </a:moveTo>
                <a:lnTo>
                  <a:pt x="285559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7" name="object 47"/>
          <p:cNvSpPr/>
          <p:nvPr/>
        </p:nvSpPr>
        <p:spPr>
          <a:xfrm>
            <a:off x="1018857" y="7617206"/>
            <a:ext cx="2855341" cy="0"/>
          </a:xfrm>
          <a:custGeom>
            <a:avLst/>
            <a:gdLst/>
            <a:ahLst/>
            <a:cxnLst/>
            <a:rect l="l" t="t" r="r" b="b"/>
            <a:pathLst>
              <a:path w="2855341" h="0">
                <a:moveTo>
                  <a:pt x="0" y="0"/>
                </a:moveTo>
                <a:lnTo>
                  <a:pt x="285534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8" name="object 48"/>
          <p:cNvSpPr/>
          <p:nvPr/>
        </p:nvSpPr>
        <p:spPr>
          <a:xfrm>
            <a:off x="3886835" y="7617206"/>
            <a:ext cx="2855594" cy="0"/>
          </a:xfrm>
          <a:custGeom>
            <a:avLst/>
            <a:gdLst/>
            <a:ahLst/>
            <a:cxnLst/>
            <a:rect l="l" t="t" r="r" b="b"/>
            <a:pathLst>
              <a:path w="2855594" h="0">
                <a:moveTo>
                  <a:pt x="0" y="0"/>
                </a:moveTo>
                <a:lnTo>
                  <a:pt x="285559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9" name="object 49"/>
          <p:cNvSpPr/>
          <p:nvPr/>
        </p:nvSpPr>
        <p:spPr>
          <a:xfrm>
            <a:off x="1018857" y="8227949"/>
            <a:ext cx="2855341" cy="0"/>
          </a:xfrm>
          <a:custGeom>
            <a:avLst/>
            <a:gdLst/>
            <a:ahLst/>
            <a:cxnLst/>
            <a:rect l="l" t="t" r="r" b="b"/>
            <a:pathLst>
              <a:path w="2855341" h="0">
                <a:moveTo>
                  <a:pt x="0" y="0"/>
                </a:moveTo>
                <a:lnTo>
                  <a:pt x="285534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0" name="object 50"/>
          <p:cNvSpPr/>
          <p:nvPr/>
        </p:nvSpPr>
        <p:spPr>
          <a:xfrm>
            <a:off x="3886835" y="8227949"/>
            <a:ext cx="2855594" cy="0"/>
          </a:xfrm>
          <a:custGeom>
            <a:avLst/>
            <a:gdLst/>
            <a:ahLst/>
            <a:cxnLst/>
            <a:rect l="l" t="t" r="r" b="b"/>
            <a:pathLst>
              <a:path w="2855594" h="0">
                <a:moveTo>
                  <a:pt x="0" y="0"/>
                </a:moveTo>
                <a:lnTo>
                  <a:pt x="285559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1" name="object 51"/>
          <p:cNvSpPr/>
          <p:nvPr/>
        </p:nvSpPr>
        <p:spPr>
          <a:xfrm>
            <a:off x="1012507" y="2028443"/>
            <a:ext cx="0" cy="6817106"/>
          </a:xfrm>
          <a:custGeom>
            <a:avLst/>
            <a:gdLst/>
            <a:ahLst/>
            <a:cxnLst/>
            <a:rect l="l" t="t" r="r" b="b"/>
            <a:pathLst>
              <a:path w="0" h="6817106">
                <a:moveTo>
                  <a:pt x="0" y="0"/>
                </a:moveTo>
                <a:lnTo>
                  <a:pt x="0" y="6817106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2" name="object 52"/>
          <p:cNvSpPr/>
          <p:nvPr/>
        </p:nvSpPr>
        <p:spPr>
          <a:xfrm>
            <a:off x="1018857" y="8839200"/>
            <a:ext cx="2855341" cy="0"/>
          </a:xfrm>
          <a:custGeom>
            <a:avLst/>
            <a:gdLst/>
            <a:ahLst/>
            <a:cxnLst/>
            <a:rect l="l" t="t" r="r" b="b"/>
            <a:pathLst>
              <a:path w="2855341" h="0">
                <a:moveTo>
                  <a:pt x="0" y="0"/>
                </a:moveTo>
                <a:lnTo>
                  <a:pt x="285534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3" name="object 53"/>
          <p:cNvSpPr/>
          <p:nvPr/>
        </p:nvSpPr>
        <p:spPr>
          <a:xfrm>
            <a:off x="3880485" y="2028444"/>
            <a:ext cx="0" cy="6817106"/>
          </a:xfrm>
          <a:custGeom>
            <a:avLst/>
            <a:gdLst/>
            <a:ahLst/>
            <a:cxnLst/>
            <a:rect l="l" t="t" r="r" b="b"/>
            <a:pathLst>
              <a:path w="0" h="6817106">
                <a:moveTo>
                  <a:pt x="0" y="0"/>
                </a:moveTo>
                <a:lnTo>
                  <a:pt x="0" y="6817106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4" name="object 54"/>
          <p:cNvSpPr/>
          <p:nvPr/>
        </p:nvSpPr>
        <p:spPr>
          <a:xfrm>
            <a:off x="3886835" y="8839200"/>
            <a:ext cx="2855594" cy="0"/>
          </a:xfrm>
          <a:custGeom>
            <a:avLst/>
            <a:gdLst/>
            <a:ahLst/>
            <a:cxnLst/>
            <a:rect l="l" t="t" r="r" b="b"/>
            <a:pathLst>
              <a:path w="2855594" h="0">
                <a:moveTo>
                  <a:pt x="0" y="0"/>
                </a:moveTo>
                <a:lnTo>
                  <a:pt x="285559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55" name="object 55"/>
          <p:cNvSpPr/>
          <p:nvPr/>
        </p:nvSpPr>
        <p:spPr>
          <a:xfrm>
            <a:off x="6748780" y="2028443"/>
            <a:ext cx="0" cy="6817106"/>
          </a:xfrm>
          <a:custGeom>
            <a:avLst/>
            <a:gdLst/>
            <a:ahLst/>
            <a:cxnLst/>
            <a:rect l="l" t="t" r="r" b="b"/>
            <a:pathLst>
              <a:path w="0" h="6817106">
                <a:moveTo>
                  <a:pt x="0" y="0"/>
                </a:moveTo>
                <a:lnTo>
                  <a:pt x="0" y="6817106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5615432" y="437490"/>
            <a:ext cx="1261333" cy="508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985"/>
              </a:lnSpc>
              <a:spcBef>
                <a:spcPts val="199"/>
              </a:spcBef>
            </a:pPr>
            <a:r>
              <a:rPr dirty="0" smtClean="0" sz="3800" b="1" i="1">
                <a:latin typeface="Arial"/>
                <a:cs typeface="Arial"/>
              </a:rPr>
              <a:t>ctJn</a:t>
            </a:r>
            <a:r>
              <a:rPr dirty="0" smtClean="0" sz="3800" spc="-869" b="1" i="1">
                <a:latin typeface="Arial"/>
                <a:cs typeface="Arial"/>
              </a:rPr>
              <a:t>u</a:t>
            </a:r>
            <a:r>
              <a:rPr dirty="0" smtClean="0" sz="3800" spc="0" b="1" i="1">
                <a:solidFill>
                  <a:srgbClr val="66A0C3"/>
                </a:solidFill>
                <a:latin typeface="Arial"/>
                <a:cs typeface="Arial"/>
              </a:rPr>
              <a:t>e</a:t>
            </a:r>
            <a:endParaRPr sz="3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049905" y="588449"/>
            <a:ext cx="1673225" cy="5089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530"/>
              </a:lnSpc>
              <a:spcBef>
                <a:spcPts val="76"/>
              </a:spcBef>
            </a:pPr>
            <a:r>
              <a:rPr dirty="0" smtClean="0" sz="1400" spc="0" b="1">
                <a:latin typeface="Times New Roman"/>
                <a:cs typeface="Times New Roman"/>
              </a:rPr>
              <a:t>CHR</a:t>
            </a:r>
            <a:r>
              <a:rPr dirty="0" smtClean="0" sz="1400" spc="-4" b="1">
                <a:latin typeface="Times New Roman"/>
                <a:cs typeface="Times New Roman"/>
              </a:rPr>
              <a:t>I</a:t>
            </a:r>
            <a:r>
              <a:rPr dirty="0" smtClean="0" sz="1400" spc="0" b="1">
                <a:latin typeface="Times New Roman"/>
                <a:cs typeface="Times New Roman"/>
              </a:rPr>
              <a:t>STA</a:t>
            </a:r>
            <a:r>
              <a:rPr dirty="0" smtClean="0" sz="1400" spc="-4" b="1">
                <a:latin typeface="Times New Roman"/>
                <a:cs typeface="Times New Roman"/>
              </a:rPr>
              <a:t>M</a:t>
            </a:r>
            <a:r>
              <a:rPr dirty="0" smtClean="0" sz="1400" spc="0" b="1">
                <a:latin typeface="Times New Roman"/>
                <a:cs typeface="Times New Roman"/>
              </a:rPr>
              <a:t>UN</a:t>
            </a:r>
            <a:r>
              <a:rPr dirty="0" smtClean="0" sz="1400" spc="9" b="1">
                <a:latin typeface="Times New Roman"/>
                <a:cs typeface="Times New Roman"/>
              </a:rPr>
              <a:t> </a:t>
            </a:r>
            <a:r>
              <a:rPr dirty="0" smtClean="0" sz="1400" spc="0" b="1">
                <a:latin typeface="Times New Roman"/>
                <a:cs typeface="Times New Roman"/>
              </a:rPr>
              <a:t>2026</a:t>
            </a:r>
            <a:endParaRPr sz="1400">
              <a:latin typeface="Times New Roman"/>
              <a:cs typeface="Times New Roman"/>
            </a:endParaRPr>
          </a:p>
          <a:p>
            <a:pPr marL="92686" marR="107025" algn="ctr">
              <a:lnSpc>
                <a:spcPct val="101725"/>
              </a:lnSpc>
              <a:spcBef>
                <a:spcPts val="858"/>
              </a:spcBef>
            </a:pP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T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r</a:t>
            </a:r>
            <a:r>
              <a:rPr dirty="0" smtClean="0" sz="1200" spc="4">
                <a:solidFill>
                  <a:srgbClr val="313D4F"/>
                </a:solidFill>
                <a:latin typeface="Calibri"/>
                <a:cs typeface="Calibri"/>
              </a:rPr>
              <a:t>i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nid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a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d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-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B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eni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-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B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o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li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v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ia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583428" y="885674"/>
            <a:ext cx="1249693" cy="1020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dirty="0" smtClean="0" sz="600" i="1">
                <a:solidFill>
                  <a:srgbClr val="66A0C3"/>
                </a:solidFill>
                <a:latin typeface="Arial"/>
                <a:cs typeface="Arial"/>
              </a:rPr>
              <a:t>C</a:t>
            </a:r>
            <a:r>
              <a:rPr dirty="0" smtClean="0" sz="600" i="1">
                <a:solidFill>
                  <a:srgbClr val="7CACCD"/>
                </a:solidFill>
                <a:latin typeface="Arial"/>
                <a:cs typeface="Arial"/>
              </a:rPr>
              <a:t>enlr</a:t>
            </a:r>
            <a:r>
              <a:rPr dirty="0" smtClean="0" sz="600" spc="14" i="1">
                <a:solidFill>
                  <a:srgbClr val="66A0C3"/>
                </a:solidFill>
                <a:latin typeface="Arial"/>
                <a:cs typeface="Arial"/>
              </a:rPr>
              <a:t>o</a:t>
            </a:r>
            <a:r>
              <a:rPr dirty="0" smtClean="0" sz="600" spc="0" i="1">
                <a:solidFill>
                  <a:srgbClr val="66A0C3"/>
                </a:solidFill>
                <a:latin typeface="Times New Roman"/>
                <a:cs typeface="Times New Roman"/>
              </a:rPr>
              <a:t>de</a:t>
            </a:r>
            <a:r>
              <a:rPr dirty="0" smtClean="0" sz="600" spc="-84" i="1">
                <a:solidFill>
                  <a:srgbClr val="66A0C3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Inform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ció</a:t>
            </a:r>
            <a:r>
              <a:rPr dirty="0" smtClean="0" sz="600" spc="-18" i="1">
                <a:solidFill>
                  <a:srgbClr val="7CACCD"/>
                </a:solidFill>
                <a:latin typeface="Arial"/>
                <a:cs typeface="Arial"/>
              </a:rPr>
              <a:t>n</a:t>
            </a:r>
            <a:r>
              <a:rPr dirty="0" smtClean="0" sz="600" spc="0" i="1">
                <a:solidFill>
                  <a:srgbClr val="66A0C3"/>
                </a:solidFill>
                <a:latin typeface="Times New Roman"/>
                <a:cs typeface="Times New Roman"/>
              </a:rPr>
              <a:t>de</a:t>
            </a:r>
            <a:r>
              <a:rPr dirty="0" smtClean="0" sz="600" spc="7" i="1">
                <a:solidFill>
                  <a:srgbClr val="66A0C3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N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cione</a:t>
            </a:r>
            <a:r>
              <a:rPr dirty="0" smtClean="0" sz="600" spc="25" i="1">
                <a:solidFill>
                  <a:srgbClr val="7CACCD"/>
                </a:solidFill>
                <a:latin typeface="Arial"/>
                <a:cs typeface="Arial"/>
              </a:rPr>
              <a:t>s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Un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ida</a:t>
            </a:r>
            <a:r>
              <a:rPr dirty="0" smtClean="0" sz="600" spc="-29" i="1">
                <a:solidFill>
                  <a:srgbClr val="7CACCD"/>
                </a:solidFill>
                <a:latin typeface="Arial"/>
                <a:cs typeface="Arial"/>
              </a:rPr>
              <a:t>s</a:t>
            </a:r>
            <a:r>
              <a:rPr dirty="0" smtClean="0" sz="600" spc="0" i="1">
                <a:solidFill>
                  <a:srgbClr val="2F85BA"/>
                </a:solidFill>
                <a:latin typeface="Arial"/>
                <a:cs typeface="Arial"/>
              </a:rPr>
              <a:t>B</a:t>
            </a:r>
            <a:r>
              <a:rPr dirty="0" smtClean="0" sz="600" spc="0" i="1">
                <a:solidFill>
                  <a:srgbClr val="508CB3"/>
                </a:solidFill>
                <a:latin typeface="Arial"/>
                <a:cs typeface="Arial"/>
              </a:rPr>
              <a:t>o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li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vi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16647" y="1536517"/>
            <a:ext cx="2773944" cy="20420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35"/>
              </a:lnSpc>
              <a:spcBef>
                <a:spcPts val="76"/>
              </a:spcBef>
            </a:pPr>
            <a:r>
              <a:rPr dirty="0" smtClean="0" sz="1400" spc="0">
                <a:solidFill>
                  <a:srgbClr val="172C58"/>
                </a:solidFill>
                <a:latin typeface="Arial"/>
                <a:cs typeface="Arial"/>
              </a:rPr>
              <a:t>−</a:t>
            </a:r>
            <a:r>
              <a:rPr dirty="0" smtClean="0" sz="1400" spc="0">
                <a:solidFill>
                  <a:srgbClr val="172C58"/>
                </a:solidFill>
                <a:latin typeface="Arial"/>
                <a:cs typeface="Arial"/>
              </a:rPr>
              <a:t> </a:t>
            </a:r>
            <a:r>
              <a:rPr dirty="0" smtClean="0" sz="1400" spc="207">
                <a:solidFill>
                  <a:srgbClr val="172C58"/>
                </a:solidFill>
                <a:latin typeface="Arial"/>
                <a:cs typeface="Arial"/>
              </a:rPr>
              <a:t> </a:t>
            </a:r>
            <a:r>
              <a:rPr dirty="0" smtClean="0" sz="1400" spc="4" b="1">
                <a:solidFill>
                  <a:srgbClr val="172C58"/>
                </a:solidFill>
                <a:latin typeface="Times New Roman"/>
                <a:cs typeface="Times New Roman"/>
              </a:rPr>
              <a:t>P</a:t>
            </a:r>
            <a:r>
              <a:rPr dirty="0" smtClean="0" sz="1400" spc="0" b="1">
                <a:solidFill>
                  <a:srgbClr val="172C58"/>
                </a:solidFill>
                <a:latin typeface="Times New Roman"/>
                <a:cs typeface="Times New Roman"/>
              </a:rPr>
              <a:t>A</a:t>
            </a:r>
            <a:r>
              <a:rPr dirty="0" smtClean="0" sz="1400" spc="-4" b="1">
                <a:solidFill>
                  <a:srgbClr val="172C58"/>
                </a:solidFill>
                <a:latin typeface="Times New Roman"/>
                <a:cs typeface="Times New Roman"/>
              </a:rPr>
              <a:t>L</a:t>
            </a:r>
            <a:r>
              <a:rPr dirty="0" smtClean="0" sz="1400" spc="0" b="1">
                <a:solidFill>
                  <a:srgbClr val="172C58"/>
                </a:solidFill>
                <a:latin typeface="Times New Roman"/>
                <a:cs typeface="Times New Roman"/>
              </a:rPr>
              <a:t>A</a:t>
            </a:r>
            <a:r>
              <a:rPr dirty="0" smtClean="0" sz="1400" spc="-4" b="1">
                <a:solidFill>
                  <a:srgbClr val="172C58"/>
                </a:solidFill>
                <a:latin typeface="Times New Roman"/>
                <a:cs typeface="Times New Roman"/>
              </a:rPr>
              <a:t>B</a:t>
            </a:r>
            <a:r>
              <a:rPr dirty="0" smtClean="0" sz="1400" spc="0" b="1">
                <a:solidFill>
                  <a:srgbClr val="172C58"/>
                </a:solidFill>
                <a:latin typeface="Times New Roman"/>
                <a:cs typeface="Times New Roman"/>
              </a:rPr>
              <a:t>RAS</a:t>
            </a:r>
            <a:r>
              <a:rPr dirty="0" smtClean="0" sz="1400" spc="0" b="1">
                <a:solidFill>
                  <a:srgbClr val="172C58"/>
                </a:solidFill>
                <a:latin typeface="Times New Roman"/>
                <a:cs typeface="Times New Roman"/>
              </a:rPr>
              <a:t> </a:t>
            </a:r>
            <a:r>
              <a:rPr dirty="0" smtClean="0" sz="1400" spc="4" b="1">
                <a:solidFill>
                  <a:srgbClr val="172C58"/>
                </a:solidFill>
                <a:latin typeface="Times New Roman"/>
                <a:cs typeface="Times New Roman"/>
              </a:rPr>
              <a:t>P</a:t>
            </a:r>
            <a:r>
              <a:rPr dirty="0" smtClean="0" sz="1400" spc="0" b="1">
                <a:solidFill>
                  <a:srgbClr val="172C58"/>
                </a:solidFill>
                <a:latin typeface="Times New Roman"/>
                <a:cs typeface="Times New Roman"/>
              </a:rPr>
              <a:t>ROTOCO</a:t>
            </a:r>
            <a:r>
              <a:rPr dirty="0" smtClean="0" sz="1400" spc="-4" b="1">
                <a:solidFill>
                  <a:srgbClr val="172C58"/>
                </a:solidFill>
                <a:latin typeface="Times New Roman"/>
                <a:cs typeface="Times New Roman"/>
              </a:rPr>
              <a:t>L</a:t>
            </a:r>
            <a:r>
              <a:rPr dirty="0" smtClean="0" sz="1400" spc="0" b="1">
                <a:solidFill>
                  <a:srgbClr val="172C58"/>
                </a:solidFill>
                <a:latin typeface="Times New Roman"/>
                <a:cs typeface="Times New Roman"/>
              </a:rPr>
              <a:t>ARES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12507" y="2034794"/>
            <a:ext cx="2867977" cy="4000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800"/>
              </a:lnSpc>
              <a:spcBef>
                <a:spcPts val="10"/>
              </a:spcBef>
            </a:pPr>
            <a:endParaRPr sz="800"/>
          </a:p>
          <a:p>
            <a:pPr marL="954976">
              <a:lnSpc>
                <a:spcPct val="95825"/>
              </a:lnSpc>
            </a:pPr>
            <a:r>
              <a:rPr dirty="0" smtClean="0" sz="1200" spc="0" b="1">
                <a:latin typeface="Times New Roman"/>
                <a:cs typeface="Times New Roman"/>
              </a:rPr>
              <a:t>Alcohol,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d</a:t>
            </a:r>
            <a:r>
              <a:rPr dirty="0" smtClean="0" sz="1200" spc="-25" b="1">
                <a:latin typeface="Times New Roman"/>
                <a:cs typeface="Times New Roman"/>
              </a:rPr>
              <a:t>r</a:t>
            </a:r>
            <a:r>
              <a:rPr dirty="0" smtClean="0" sz="1200" spc="0" b="1">
                <a:latin typeface="Times New Roman"/>
                <a:cs typeface="Times New Roman"/>
              </a:rPr>
              <a:t>oga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880485" y="2034794"/>
            <a:ext cx="2868295" cy="4000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750"/>
              </a:lnSpc>
              <a:spcBef>
                <a:spcPts val="29"/>
              </a:spcBef>
            </a:pPr>
            <a:endParaRPr sz="750"/>
          </a:p>
          <a:p>
            <a:pPr marL="632460">
              <a:lnSpc>
                <a:spcPct val="95825"/>
              </a:lnSpc>
            </a:pPr>
            <a:r>
              <a:rPr dirty="0" smtClean="0" sz="1200" spc="0">
                <a:latin typeface="Times New Roman"/>
                <a:cs typeface="Times New Roman"/>
              </a:rPr>
              <a:t>Su</a:t>
            </a:r>
            <a:r>
              <a:rPr dirty="0" smtClean="0" sz="1200" spc="4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ilícitas/il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ga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12507" y="2434844"/>
            <a:ext cx="2867977" cy="7493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792543">
              <a:lnSpc>
                <a:spcPct val="95825"/>
              </a:lnSpc>
              <a:spcBef>
                <a:spcPts val="1190"/>
              </a:spcBef>
            </a:pPr>
            <a:r>
              <a:rPr dirty="0" smtClean="0" sz="1200" spc="0" b="1">
                <a:latin typeface="Times New Roman"/>
                <a:cs typeface="Times New Roman"/>
              </a:rPr>
              <a:t>Alcohól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cos,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adictos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80485" y="2434844"/>
            <a:ext cx="2868295" cy="7493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100"/>
              </a:lnSpc>
              <a:spcBef>
                <a:spcPts val="29"/>
              </a:spcBef>
            </a:pPr>
            <a:endParaRPr sz="1100"/>
          </a:p>
          <a:p>
            <a:pPr marL="201929" marR="144198" indent="260350">
              <a:lnSpc>
                <a:spcPts val="1379"/>
              </a:lnSpc>
            </a:pPr>
            <a:r>
              <a:rPr dirty="0" smtClean="0" sz="1200" spc="0">
                <a:latin typeface="Times New Roman"/>
                <a:cs typeface="Times New Roman"/>
              </a:rPr>
              <a:t>Persona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que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consume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su</a:t>
            </a:r>
            <a:r>
              <a:rPr dirty="0" smtClean="0" sz="1200" spc="4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as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201929" marR="144198">
              <a:lnSpc>
                <a:spcPts val="1379"/>
              </a:lnSpc>
              <a:spcBef>
                <a:spcPts val="689"/>
              </a:spcBef>
            </a:pPr>
            <a:r>
              <a:rPr dirty="0" smtClean="0" sz="1200" spc="-4">
                <a:latin typeface="Times New Roman"/>
                <a:cs typeface="Times New Roman"/>
              </a:rPr>
              <a:t>alc</a:t>
            </a:r>
            <a:r>
              <a:rPr dirty="0" smtClean="0" sz="1200" spc="0">
                <a:latin typeface="Times New Roman"/>
                <a:cs typeface="Times New Roman"/>
              </a:rPr>
              <a:t>ohó</a:t>
            </a:r>
            <a:r>
              <a:rPr dirty="0" smtClean="0" sz="1200" spc="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as/il</a:t>
            </a:r>
            <a:r>
              <a:rPr dirty="0" smtClean="0" sz="1200" spc="-4">
                <a:latin typeface="Times New Roman"/>
                <a:cs typeface="Times New Roman"/>
              </a:rPr>
              <a:t>í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as,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ersona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on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ad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12507" y="3184144"/>
            <a:ext cx="2867977" cy="87414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650"/>
              </a:lnSpc>
              <a:spcBef>
                <a:spcPts val="32"/>
              </a:spcBef>
            </a:pPr>
            <a:endParaRPr sz="650"/>
          </a:p>
          <a:p>
            <a:pPr marL="1188783" marR="1189583" algn="ctr">
              <a:lnSpc>
                <a:spcPct val="95825"/>
              </a:lnSpc>
              <a:spcBef>
                <a:spcPts val="2000"/>
              </a:spcBef>
            </a:pPr>
            <a:r>
              <a:rPr dirty="0" smtClean="0" sz="1200" spc="0" b="1">
                <a:latin typeface="Times New Roman"/>
                <a:cs typeface="Times New Roman"/>
              </a:rPr>
              <a:t>A</a:t>
            </a:r>
            <a:r>
              <a:rPr dirty="0" smtClean="0" sz="1200" spc="-9" b="1">
                <a:latin typeface="Times New Roman"/>
                <a:cs typeface="Times New Roman"/>
              </a:rPr>
              <a:t>r</a:t>
            </a:r>
            <a:r>
              <a:rPr dirty="0" smtClean="0" sz="1200" spc="19" b="1">
                <a:latin typeface="Times New Roman"/>
                <a:cs typeface="Times New Roman"/>
              </a:rPr>
              <a:t>m</a:t>
            </a:r>
            <a:r>
              <a:rPr dirty="0" smtClean="0" sz="1200" spc="0" b="1">
                <a:latin typeface="Times New Roman"/>
                <a:cs typeface="Times New Roman"/>
              </a:rPr>
              <a:t>as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80485" y="3184144"/>
            <a:ext cx="2868295" cy="87414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50"/>
              </a:lnSpc>
              <a:spcBef>
                <a:spcPts val="29"/>
              </a:spcBef>
            </a:pPr>
            <a:endParaRPr sz="550"/>
          </a:p>
          <a:p>
            <a:pPr marL="90996" marR="59246" algn="ctr">
              <a:lnSpc>
                <a:spcPts val="1379"/>
              </a:lnSpc>
            </a:pPr>
            <a:r>
              <a:rPr dirty="0" smtClean="0" sz="1200" spc="0">
                <a:latin typeface="Times New Roman"/>
                <a:cs typeface="Times New Roman"/>
              </a:rPr>
              <a:t>Arsenal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bé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o,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nstr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90996" marR="59246" algn="ctr">
              <a:lnSpc>
                <a:spcPts val="1379"/>
              </a:lnSpc>
              <a:spcBef>
                <a:spcPts val="691"/>
              </a:spcBef>
            </a:pP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ba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;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equ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p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19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ili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;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arti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ug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90996" marR="59246" algn="ctr">
              <a:lnSpc>
                <a:spcPts val="1379"/>
              </a:lnSpc>
              <a:spcBef>
                <a:spcPts val="691"/>
              </a:spcBef>
            </a:pPr>
            <a:r>
              <a:rPr dirty="0" smtClean="0" sz="1200" spc="0">
                <a:latin typeface="Times New Roman"/>
                <a:cs typeface="Times New Roman"/>
              </a:rPr>
              <a:t>bé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12507" y="4058285"/>
            <a:ext cx="2867977" cy="6108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600"/>
              </a:lnSpc>
              <a:spcBef>
                <a:spcPts val="39"/>
              </a:spcBef>
            </a:pPr>
            <a:endParaRPr sz="600"/>
          </a:p>
          <a:p>
            <a:pPr marL="1176083" marR="1176832" algn="ctr">
              <a:lnSpc>
                <a:spcPct val="95825"/>
              </a:lnSpc>
              <a:spcBef>
                <a:spcPts val="1000"/>
              </a:spcBef>
            </a:pPr>
            <a:r>
              <a:rPr dirty="0" smtClean="0" sz="1200" spc="0" b="1">
                <a:latin typeface="Times New Roman"/>
                <a:cs typeface="Times New Roman"/>
              </a:rPr>
              <a:t>B</a:t>
            </a:r>
            <a:r>
              <a:rPr dirty="0" smtClean="0" sz="1200" spc="-9" b="1">
                <a:latin typeface="Times New Roman"/>
                <a:cs typeface="Times New Roman"/>
              </a:rPr>
              <a:t>o</a:t>
            </a:r>
            <a:r>
              <a:rPr dirty="0" smtClean="0" sz="1200" spc="19" b="1">
                <a:latin typeface="Times New Roman"/>
                <a:cs typeface="Times New Roman"/>
              </a:rPr>
              <a:t>m</a:t>
            </a:r>
            <a:r>
              <a:rPr dirty="0" smtClean="0" sz="1200" spc="0" b="1">
                <a:latin typeface="Times New Roman"/>
                <a:cs typeface="Times New Roman"/>
              </a:rPr>
              <a:t>ba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80485" y="4058285"/>
            <a:ext cx="2868295" cy="6108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50"/>
              </a:lnSpc>
              <a:spcBef>
                <a:spcPts val="29"/>
              </a:spcBef>
            </a:pPr>
            <a:endParaRPr sz="550"/>
          </a:p>
          <a:p>
            <a:pPr marL="61786" marR="29909" algn="ctr">
              <a:lnSpc>
                <a:spcPct val="95825"/>
              </a:lnSpc>
            </a:pP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j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v</a:t>
            </a:r>
            <a:r>
              <a:rPr dirty="0" smtClean="0" sz="1200" spc="0">
                <a:latin typeface="Times New Roman"/>
                <a:cs typeface="Times New Roman"/>
              </a:rPr>
              <a:t>a;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eria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9">
                <a:latin typeface="Times New Roman"/>
                <a:cs typeface="Times New Roman"/>
              </a:rPr>
              <a:t>f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ap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ex</a:t>
            </a:r>
            <a:r>
              <a:rPr dirty="0" smtClean="0" sz="1200" spc="4">
                <a:latin typeface="Times New Roman"/>
                <a:cs typeface="Times New Roman"/>
              </a:rPr>
              <a:t>p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9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vo;</a:t>
            </a:r>
            <a:endParaRPr sz="1200">
              <a:latin typeface="Times New Roman"/>
              <a:cs typeface="Times New Roman"/>
            </a:endParaRPr>
          </a:p>
          <a:p>
            <a:pPr marL="1129410" marR="1098702" algn="ctr">
              <a:lnSpc>
                <a:spcPct val="95825"/>
              </a:lnSpc>
              <a:spcBef>
                <a:spcPts val="690"/>
              </a:spcBef>
            </a:pPr>
            <a:r>
              <a:rPr dirty="0" smtClean="0" sz="1200" spc="0">
                <a:latin typeface="Times New Roman"/>
                <a:cs typeface="Times New Roman"/>
              </a:rPr>
              <a:t>exp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osivo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12507" y="4669155"/>
            <a:ext cx="2867977" cy="6108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600"/>
              </a:lnSpc>
              <a:spcBef>
                <a:spcPts val="39"/>
              </a:spcBef>
            </a:pPr>
            <a:endParaRPr sz="600"/>
          </a:p>
          <a:p>
            <a:pPr marL="1159446" marR="1160094" algn="ctr">
              <a:lnSpc>
                <a:spcPct val="95825"/>
              </a:lnSpc>
              <a:spcBef>
                <a:spcPts val="1000"/>
              </a:spcBef>
            </a:pPr>
            <a:r>
              <a:rPr dirty="0" smtClean="0" sz="1200" spc="0" b="1">
                <a:latin typeface="Times New Roman"/>
                <a:cs typeface="Times New Roman"/>
              </a:rPr>
              <a:t>Cr</a:t>
            </a:r>
            <a:r>
              <a:rPr dirty="0" smtClean="0" sz="1200" spc="-14" b="1">
                <a:latin typeface="Times New Roman"/>
                <a:cs typeface="Times New Roman"/>
              </a:rPr>
              <a:t>i</a:t>
            </a:r>
            <a:r>
              <a:rPr dirty="0" smtClean="0" sz="1200" spc="19" b="1">
                <a:latin typeface="Times New Roman"/>
                <a:cs typeface="Times New Roman"/>
              </a:rPr>
              <a:t>m</a:t>
            </a:r>
            <a:r>
              <a:rPr dirty="0" smtClean="0" sz="1200" spc="0" b="1">
                <a:latin typeface="Times New Roman"/>
                <a:cs typeface="Times New Roman"/>
              </a:rPr>
              <a:t>en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80485" y="4669155"/>
            <a:ext cx="2868295" cy="6108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50"/>
              </a:lnSpc>
              <a:spcBef>
                <a:spcPts val="29"/>
              </a:spcBef>
            </a:pPr>
            <a:endParaRPr sz="550"/>
          </a:p>
          <a:p>
            <a:pPr marL="82106" marR="50356" algn="ctr">
              <a:lnSpc>
                <a:spcPct val="95825"/>
              </a:lnSpc>
            </a:pPr>
            <a:r>
              <a:rPr dirty="0" smtClean="0" sz="1200" spc="0">
                <a:latin typeface="Times New Roman"/>
                <a:cs typeface="Times New Roman"/>
              </a:rPr>
              <a:t>Del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h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f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ici</a:t>
            </a:r>
            <a:r>
              <a:rPr dirty="0" smtClean="0" sz="1200" spc="-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geno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1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…</a:t>
            </a:r>
            <a:endParaRPr sz="1200">
              <a:latin typeface="Times New Roman"/>
              <a:cs typeface="Times New Roman"/>
            </a:endParaRPr>
          </a:p>
          <a:p>
            <a:pPr marL="846201" marR="814832" algn="ctr">
              <a:lnSpc>
                <a:spcPct val="95825"/>
              </a:lnSpc>
              <a:spcBef>
                <a:spcPts val="690"/>
              </a:spcBef>
            </a:pPr>
            <a:r>
              <a:rPr dirty="0" smtClean="0" sz="1200" spc="-9" i="1">
                <a:latin typeface="Times New Roman"/>
                <a:cs typeface="Times New Roman"/>
              </a:rPr>
              <a:t>(</a:t>
            </a:r>
            <a:r>
              <a:rPr dirty="0" smtClean="0" sz="1200" spc="0" i="1">
                <a:latin typeface="Times New Roman"/>
                <a:cs typeface="Times New Roman"/>
              </a:rPr>
              <a:t>según</a:t>
            </a:r>
            <a:r>
              <a:rPr dirty="0" smtClean="0" sz="1200" spc="0" i="1">
                <a:latin typeface="Times New Roman"/>
                <a:cs typeface="Times New Roman"/>
              </a:rPr>
              <a:t> </a:t>
            </a:r>
            <a:r>
              <a:rPr dirty="0" smtClean="0" sz="1200" spc="4" i="1">
                <a:latin typeface="Times New Roman"/>
                <a:cs typeface="Times New Roman"/>
              </a:rPr>
              <a:t>e</a:t>
            </a:r>
            <a:r>
              <a:rPr dirty="0" smtClean="0" sz="1200" spc="0" i="1">
                <a:latin typeface="Times New Roman"/>
                <a:cs typeface="Times New Roman"/>
              </a:rPr>
              <a:t>l</a:t>
            </a:r>
            <a:r>
              <a:rPr dirty="0" smtClean="0" sz="1200" spc="-4" i="1">
                <a:latin typeface="Times New Roman"/>
                <a:cs typeface="Times New Roman"/>
              </a:rPr>
              <a:t> </a:t>
            </a:r>
            <a:r>
              <a:rPr dirty="0" smtClean="0" sz="1200" spc="0" i="1">
                <a:latin typeface="Times New Roman"/>
                <a:cs typeface="Times New Roman"/>
              </a:rPr>
              <a:t>con</a:t>
            </a:r>
            <a:r>
              <a:rPr dirty="0" smtClean="0" sz="1200" spc="-4" i="1">
                <a:latin typeface="Times New Roman"/>
                <a:cs typeface="Times New Roman"/>
              </a:rPr>
              <a:t>t</a:t>
            </a:r>
            <a:r>
              <a:rPr dirty="0" smtClean="0" sz="1200" spc="4" i="1">
                <a:latin typeface="Times New Roman"/>
                <a:cs typeface="Times New Roman"/>
              </a:rPr>
              <a:t>e</a:t>
            </a:r>
            <a:r>
              <a:rPr dirty="0" smtClean="0" sz="1200" spc="0" i="1">
                <a:latin typeface="Times New Roman"/>
                <a:cs typeface="Times New Roman"/>
              </a:rPr>
              <a:t>x</a:t>
            </a:r>
            <a:r>
              <a:rPr dirty="0" smtClean="0" sz="1200" spc="-4" i="1">
                <a:latin typeface="Times New Roman"/>
                <a:cs typeface="Times New Roman"/>
              </a:rPr>
              <a:t>t</a:t>
            </a:r>
            <a:r>
              <a:rPr dirty="0" smtClean="0" sz="1200" spc="9" i="1">
                <a:latin typeface="Times New Roman"/>
                <a:cs typeface="Times New Roman"/>
              </a:rPr>
              <a:t>o</a:t>
            </a:r>
            <a:r>
              <a:rPr dirty="0" smtClean="0" sz="1200" spc="0" i="1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12507" y="5280025"/>
            <a:ext cx="2867977" cy="6108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600"/>
              </a:lnSpc>
              <a:spcBef>
                <a:spcPts val="39"/>
              </a:spcBef>
            </a:pPr>
            <a:endParaRPr sz="600"/>
          </a:p>
          <a:p>
            <a:pPr marL="1186116" marR="1187831" algn="ctr">
              <a:lnSpc>
                <a:spcPct val="95825"/>
              </a:lnSpc>
              <a:spcBef>
                <a:spcPts val="1000"/>
              </a:spcBef>
            </a:pPr>
            <a:r>
              <a:rPr dirty="0" smtClean="0" sz="1200" spc="0" b="1">
                <a:latin typeface="Times New Roman"/>
                <a:cs typeface="Times New Roman"/>
              </a:rPr>
              <a:t>Dine</a:t>
            </a:r>
            <a:r>
              <a:rPr dirty="0" smtClean="0" sz="1200" spc="-25" b="1">
                <a:latin typeface="Times New Roman"/>
                <a:cs typeface="Times New Roman"/>
              </a:rPr>
              <a:t>r</a:t>
            </a:r>
            <a:r>
              <a:rPr dirty="0" smtClean="0" sz="1200" spc="0" b="1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80485" y="5280025"/>
            <a:ext cx="2868295" cy="6108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50"/>
              </a:lnSpc>
              <a:spcBef>
                <a:spcPts val="29"/>
              </a:spcBef>
            </a:pPr>
            <a:endParaRPr sz="550"/>
          </a:p>
          <a:p>
            <a:pPr marL="1143380" marR="143563" indent="-940180">
              <a:lnSpc>
                <a:spcPts val="1379"/>
              </a:lnSpc>
            </a:pPr>
            <a:r>
              <a:rPr dirty="0" smtClean="0" sz="1200" spc="0">
                <a:latin typeface="Times New Roman"/>
                <a:cs typeface="Times New Roman"/>
              </a:rPr>
              <a:t>Ingreso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urso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ne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4">
                <a:latin typeface="Times New Roman"/>
                <a:cs typeface="Times New Roman"/>
              </a:rPr>
              <a:t>ó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co,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143380" marR="143563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fin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nc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ero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12507" y="5890895"/>
            <a:ext cx="2867977" cy="7509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1167066" marR="1171371" algn="ctr">
              <a:lnSpc>
                <a:spcPct val="95825"/>
              </a:lnSpc>
              <a:spcBef>
                <a:spcPts val="1202"/>
              </a:spcBef>
            </a:pPr>
            <a:r>
              <a:rPr dirty="0" smtClean="0" sz="1200" spc="-4" b="1">
                <a:latin typeface="Times New Roman"/>
                <a:cs typeface="Times New Roman"/>
              </a:rPr>
              <a:t>G</a:t>
            </a:r>
            <a:r>
              <a:rPr dirty="0" smtClean="0" sz="1200" spc="0" b="1">
                <a:latin typeface="Times New Roman"/>
                <a:cs typeface="Times New Roman"/>
              </a:rPr>
              <a:t>uer</a:t>
            </a:r>
            <a:r>
              <a:rPr dirty="0" smtClean="0" sz="1200" spc="-4" b="1">
                <a:latin typeface="Times New Roman"/>
                <a:cs typeface="Times New Roman"/>
              </a:rPr>
              <a:t>r</a:t>
            </a:r>
            <a:r>
              <a:rPr dirty="0" smtClean="0" sz="1200" spc="0" b="1">
                <a:latin typeface="Times New Roman"/>
                <a:cs typeface="Times New Roman"/>
              </a:rPr>
              <a:t>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80485" y="5890895"/>
            <a:ext cx="2868295" cy="7509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100"/>
              </a:lnSpc>
              <a:spcBef>
                <a:spcPts val="31"/>
              </a:spcBef>
            </a:pPr>
            <a:endParaRPr sz="1100"/>
          </a:p>
          <a:p>
            <a:pPr marL="210819">
              <a:lnSpc>
                <a:spcPct val="95825"/>
              </a:lnSpc>
            </a:pPr>
            <a:r>
              <a:rPr dirty="0" smtClean="0" sz="1200" spc="0">
                <a:latin typeface="Times New Roman"/>
                <a:cs typeface="Times New Roman"/>
              </a:rPr>
              <a:t>Confl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b</a:t>
            </a:r>
            <a:r>
              <a:rPr dirty="0" smtClean="0" sz="1200" spc="0">
                <a:latin typeface="Times New Roman"/>
                <a:cs typeface="Times New Roman"/>
              </a:rPr>
              <a:t>é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o,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ado;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conf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ag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;</a:t>
            </a:r>
            <a:endParaRPr sz="1200">
              <a:latin typeface="Times New Roman"/>
              <a:cs typeface="Times New Roman"/>
            </a:endParaRPr>
          </a:p>
          <a:p>
            <a:pPr marL="189229">
              <a:lnSpc>
                <a:spcPct val="95825"/>
              </a:lnSpc>
              <a:spcBef>
                <a:spcPts val="691"/>
              </a:spcBef>
            </a:pPr>
            <a:r>
              <a:rPr dirty="0" smtClean="0" sz="1200" spc="0">
                <a:latin typeface="Times New Roman"/>
                <a:cs typeface="Times New Roman"/>
              </a:rPr>
              <a:t>enfr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9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;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conti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nda;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confro</a:t>
            </a:r>
            <a:r>
              <a:rPr dirty="0" smtClean="0" sz="1200" spc="4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2507" y="6641846"/>
            <a:ext cx="2867977" cy="39865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800"/>
              </a:lnSpc>
              <a:spcBef>
                <a:spcPts val="9"/>
              </a:spcBef>
            </a:pPr>
            <a:endParaRPr sz="800"/>
          </a:p>
          <a:p>
            <a:pPr marL="814133">
              <a:lnSpc>
                <a:spcPct val="95825"/>
              </a:lnSpc>
            </a:pPr>
            <a:r>
              <a:rPr dirty="0" smtClean="0" sz="1200" spc="0" b="1">
                <a:latin typeface="Times New Roman"/>
                <a:cs typeface="Times New Roman"/>
              </a:rPr>
              <a:t>Ma</a:t>
            </a:r>
            <a:r>
              <a:rPr dirty="0" smtClean="0" sz="1200" spc="-4" b="1">
                <a:latin typeface="Times New Roman"/>
                <a:cs typeface="Times New Roman"/>
              </a:rPr>
              <a:t>r</a:t>
            </a:r>
            <a:r>
              <a:rPr dirty="0" smtClean="0" sz="1200" spc="0" b="1">
                <a:latin typeface="Times New Roman"/>
                <a:cs typeface="Times New Roman"/>
              </a:rPr>
              <a:t>ihua</a:t>
            </a:r>
            <a:r>
              <a:rPr dirty="0" smtClean="0" sz="1200" spc="4" b="1">
                <a:latin typeface="Times New Roman"/>
                <a:cs typeface="Times New Roman"/>
              </a:rPr>
              <a:t>n</a:t>
            </a:r>
            <a:r>
              <a:rPr dirty="0" smtClean="0" sz="1200" spc="0" b="1">
                <a:latin typeface="Times New Roman"/>
                <a:cs typeface="Times New Roman"/>
              </a:rPr>
              <a:t>a,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hie</a:t>
            </a:r>
            <a:r>
              <a:rPr dirty="0" smtClean="0" sz="1200" spc="-4" b="1">
                <a:latin typeface="Times New Roman"/>
                <a:cs typeface="Times New Roman"/>
              </a:rPr>
              <a:t>r</a:t>
            </a:r>
            <a:r>
              <a:rPr dirty="0" smtClean="0" sz="1200" spc="0" b="1">
                <a:latin typeface="Times New Roman"/>
                <a:cs typeface="Times New Roman"/>
              </a:rPr>
              <a:t>ba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80485" y="6641846"/>
            <a:ext cx="2868295" cy="39865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750"/>
              </a:lnSpc>
              <a:spcBef>
                <a:spcPts val="28"/>
              </a:spcBef>
            </a:pPr>
            <a:endParaRPr sz="750"/>
          </a:p>
          <a:p>
            <a:pPr marL="1122765" marR="1130665" algn="ctr">
              <a:lnSpc>
                <a:spcPct val="95825"/>
              </a:lnSpc>
            </a:pPr>
            <a:r>
              <a:rPr dirty="0" smtClean="0" sz="1200" spc="0">
                <a:latin typeface="Times New Roman"/>
                <a:cs typeface="Times New Roman"/>
              </a:rPr>
              <a:t>Cann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b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2507" y="7040499"/>
            <a:ext cx="2867977" cy="5767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00"/>
              </a:lnSpc>
              <a:spcBef>
                <a:spcPts val="10"/>
              </a:spcBef>
            </a:pPr>
            <a:endParaRPr sz="500"/>
          </a:p>
          <a:p>
            <a:pPr marL="1201356" marR="1203680" algn="ctr">
              <a:lnSpc>
                <a:spcPct val="95825"/>
              </a:lnSpc>
              <a:spcBef>
                <a:spcPts val="1000"/>
              </a:spcBef>
            </a:pPr>
            <a:r>
              <a:rPr dirty="0" smtClean="0" sz="1200" spc="0" b="1">
                <a:latin typeface="Times New Roman"/>
                <a:cs typeface="Times New Roman"/>
              </a:rPr>
              <a:t>Matar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80485" y="7040499"/>
            <a:ext cx="2868295" cy="5767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400"/>
              </a:lnSpc>
              <a:spcBef>
                <a:spcPts val="79"/>
              </a:spcBef>
            </a:pPr>
            <a:endParaRPr sz="1400"/>
          </a:p>
          <a:p>
            <a:pPr marL="161289">
              <a:lnSpc>
                <a:spcPct val="95825"/>
              </a:lnSpc>
            </a:pPr>
            <a:r>
              <a:rPr dirty="0" smtClean="0" sz="1200" spc="0">
                <a:latin typeface="Times New Roman"/>
                <a:cs typeface="Times New Roman"/>
              </a:rPr>
              <a:t>Qui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-4">
                <a:latin typeface="Times New Roman"/>
                <a:cs typeface="Times New Roman"/>
              </a:rPr>
              <a:t>/</a:t>
            </a:r>
            <a:r>
              <a:rPr dirty="0" smtClean="0" sz="1200" spc="0">
                <a:latin typeface="Times New Roman"/>
                <a:cs typeface="Times New Roman"/>
              </a:rPr>
              <a:t>priv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9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el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cho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9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a,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4">
                <a:latin typeface="Times New Roman"/>
                <a:cs typeface="Times New Roman"/>
              </a:rPr>
              <a:t>j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2507" y="7617206"/>
            <a:ext cx="2867977" cy="61074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600"/>
              </a:lnSpc>
              <a:spcBef>
                <a:spcPts val="38"/>
              </a:spcBef>
            </a:pPr>
            <a:endParaRPr sz="600"/>
          </a:p>
          <a:p>
            <a:pPr marL="551116">
              <a:lnSpc>
                <a:spcPct val="95825"/>
              </a:lnSpc>
              <a:spcBef>
                <a:spcPts val="1000"/>
              </a:spcBef>
            </a:pPr>
            <a:r>
              <a:rPr dirty="0" smtClean="0" sz="1200" spc="0" b="1">
                <a:latin typeface="Times New Roman"/>
                <a:cs typeface="Times New Roman"/>
              </a:rPr>
              <a:t>Pob</a:t>
            </a:r>
            <a:r>
              <a:rPr dirty="0" smtClean="0" sz="1200" spc="-25" b="1">
                <a:latin typeface="Times New Roman"/>
                <a:cs typeface="Times New Roman"/>
              </a:rPr>
              <a:t>r</a:t>
            </a:r>
            <a:r>
              <a:rPr dirty="0" smtClean="0" sz="1200" spc="0" b="1">
                <a:latin typeface="Times New Roman"/>
                <a:cs typeface="Times New Roman"/>
              </a:rPr>
              <a:t>e,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país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0" b="1">
                <a:latin typeface="Times New Roman"/>
                <a:cs typeface="Times New Roman"/>
              </a:rPr>
              <a:t>te</a:t>
            </a:r>
            <a:r>
              <a:rPr dirty="0" smtClean="0" sz="1200" spc="-25" b="1">
                <a:latin typeface="Times New Roman"/>
                <a:cs typeface="Times New Roman"/>
              </a:rPr>
              <a:t>r</a:t>
            </a:r>
            <a:r>
              <a:rPr dirty="0" smtClean="0" sz="1200" spc="0" b="1">
                <a:latin typeface="Times New Roman"/>
                <a:cs typeface="Times New Roman"/>
              </a:rPr>
              <a:t>c</a:t>
            </a:r>
            <a:r>
              <a:rPr dirty="0" smtClean="0" sz="1200" spc="-4" b="1">
                <a:latin typeface="Times New Roman"/>
                <a:cs typeface="Times New Roman"/>
              </a:rPr>
              <a:t>e</a:t>
            </a:r>
            <a:r>
              <a:rPr dirty="0" smtClean="0" sz="1200" spc="0" b="1">
                <a:latin typeface="Times New Roman"/>
                <a:cs typeface="Times New Roman"/>
              </a:rPr>
              <a:t>r</a:t>
            </a:r>
            <a:r>
              <a:rPr dirty="0" smtClean="0" sz="1200" spc="4" b="1">
                <a:latin typeface="Times New Roman"/>
                <a:cs typeface="Times New Roman"/>
              </a:rPr>
              <a:t>m</a:t>
            </a:r>
            <a:r>
              <a:rPr dirty="0" smtClean="0" sz="1200" spc="0" b="1">
                <a:latin typeface="Times New Roman"/>
                <a:cs typeface="Times New Roman"/>
              </a:rPr>
              <a:t>u</a:t>
            </a:r>
            <a:r>
              <a:rPr dirty="0" smtClean="0" sz="1200" spc="4" b="1">
                <a:latin typeface="Times New Roman"/>
                <a:cs typeface="Times New Roman"/>
              </a:rPr>
              <a:t>n</a:t>
            </a:r>
            <a:r>
              <a:rPr dirty="0" smtClean="0" sz="1200" spc="0" b="1">
                <a:latin typeface="Times New Roman"/>
                <a:cs typeface="Times New Roman"/>
              </a:rPr>
              <a:t>dista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80485" y="7617206"/>
            <a:ext cx="2868295" cy="61074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50"/>
              </a:lnSpc>
              <a:spcBef>
                <a:spcPts val="29"/>
              </a:spcBef>
            </a:pPr>
            <a:endParaRPr sz="550"/>
          </a:p>
          <a:p>
            <a:pPr marL="1145793" marR="121058" indent="-966724">
              <a:lnSpc>
                <a:spcPts val="1379"/>
              </a:lnSpc>
            </a:pPr>
            <a:r>
              <a:rPr dirty="0" smtClean="0" sz="1200" spc="0">
                <a:latin typeface="Times New Roman"/>
                <a:cs typeface="Times New Roman"/>
              </a:rPr>
              <a:t>Persona</a:t>
            </a:r>
            <a:r>
              <a:rPr dirty="0" smtClean="0" sz="1200" spc="-4">
                <a:latin typeface="Times New Roman"/>
                <a:cs typeface="Times New Roman"/>
              </a:rPr>
              <a:t>/</a:t>
            </a:r>
            <a:r>
              <a:rPr dirty="0" smtClean="0" sz="1200" spc="0">
                <a:latin typeface="Times New Roman"/>
                <a:cs typeface="Times New Roman"/>
              </a:rPr>
              <a:t>pa</a:t>
            </a:r>
            <a:r>
              <a:rPr dirty="0" smtClean="0" sz="1200" spc="-4">
                <a:latin typeface="Times New Roman"/>
                <a:cs typeface="Times New Roman"/>
              </a:rPr>
              <a:t>í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bajos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ursos,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ví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145793" marR="121058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desarro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lo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2507" y="8227949"/>
            <a:ext cx="2867977" cy="6112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600"/>
              </a:lnSpc>
              <a:spcBef>
                <a:spcPts val="42"/>
              </a:spcBef>
            </a:pPr>
            <a:endParaRPr sz="600"/>
          </a:p>
          <a:p>
            <a:pPr marL="1144206" marR="1146073" algn="ctr">
              <a:lnSpc>
                <a:spcPct val="95825"/>
              </a:lnSpc>
              <a:spcBef>
                <a:spcPts val="1000"/>
              </a:spcBef>
            </a:pPr>
            <a:r>
              <a:rPr dirty="0" smtClean="0" sz="1200" spc="0" b="1">
                <a:latin typeface="Times New Roman"/>
                <a:cs typeface="Times New Roman"/>
              </a:rPr>
              <a:t>Pob</a:t>
            </a:r>
            <a:r>
              <a:rPr dirty="0" smtClean="0" sz="1200" spc="-25" b="1">
                <a:latin typeface="Times New Roman"/>
                <a:cs typeface="Times New Roman"/>
              </a:rPr>
              <a:t>r</a:t>
            </a:r>
            <a:r>
              <a:rPr dirty="0" smtClean="0" sz="1200" spc="4" b="1">
                <a:latin typeface="Times New Roman"/>
                <a:cs typeface="Times New Roman"/>
              </a:rPr>
              <a:t>e</a:t>
            </a:r>
            <a:r>
              <a:rPr dirty="0" smtClean="0" sz="1200" spc="-14" b="1">
                <a:latin typeface="Times New Roman"/>
                <a:cs typeface="Times New Roman"/>
              </a:rPr>
              <a:t>z</a:t>
            </a:r>
            <a:r>
              <a:rPr dirty="0" smtClean="0" sz="1200" spc="0" b="1">
                <a:latin typeface="Times New Roman"/>
                <a:cs typeface="Times New Roman"/>
              </a:rPr>
              <a:t>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80485" y="8227949"/>
            <a:ext cx="2868295" cy="6112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50"/>
              </a:lnSpc>
              <a:spcBef>
                <a:spcPts val="32"/>
              </a:spcBef>
            </a:pPr>
            <a:endParaRPr sz="550"/>
          </a:p>
          <a:p>
            <a:pPr marL="726820" marR="377852" indent="-292480">
              <a:lnSpc>
                <a:spcPts val="1379"/>
              </a:lnSpc>
            </a:pPr>
            <a:r>
              <a:rPr dirty="0" smtClean="0" sz="1200" spc="0">
                <a:latin typeface="Times New Roman"/>
                <a:cs typeface="Times New Roman"/>
              </a:rPr>
              <a:t>Fa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esc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9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z,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</a:t>
            </a:r>
            <a:r>
              <a:rPr dirty="0" smtClean="0" sz="1200" spc="-4">
                <a:latin typeface="Times New Roman"/>
                <a:cs typeface="Times New Roman"/>
              </a:rPr>
              <a:t>é</a:t>
            </a:r>
            <a:r>
              <a:rPr dirty="0" smtClean="0" sz="1200" spc="0">
                <a:latin typeface="Times New Roman"/>
                <a:cs typeface="Times New Roman"/>
              </a:rPr>
              <a:t>fic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t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de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cursos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726820" marR="377852">
              <a:lnSpc>
                <a:spcPts val="1379"/>
              </a:lnSpc>
              <a:spcBef>
                <a:spcPts val="689"/>
              </a:spcBef>
            </a:pP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s/e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on</a:t>
            </a:r>
            <a:r>
              <a:rPr dirty="0" smtClean="0" sz="1200" spc="9">
                <a:latin typeface="Times New Roman"/>
                <a:cs typeface="Times New Roman"/>
              </a:rPr>
              <a:t>ó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cos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63600" y="1085215"/>
            <a:ext cx="600837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bject 23"/>
          <p:cNvSpPr/>
          <p:nvPr/>
        </p:nvSpPr>
        <p:spPr>
          <a:xfrm>
            <a:off x="863600" y="1224915"/>
            <a:ext cx="6008370" cy="0"/>
          </a:xfrm>
          <a:custGeom>
            <a:avLst/>
            <a:gdLst/>
            <a:ahLst/>
            <a:cxnLst/>
            <a:rect l="l" t="t" r="r" b="b"/>
            <a:pathLst>
              <a:path w="6008370" h="0">
                <a:moveTo>
                  <a:pt x="0" y="0"/>
                </a:moveTo>
                <a:lnTo>
                  <a:pt x="6008370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4" name="object 24"/>
          <p:cNvSpPr/>
          <p:nvPr/>
        </p:nvSpPr>
        <p:spPr>
          <a:xfrm>
            <a:off x="1018857" y="1246124"/>
            <a:ext cx="2855341" cy="0"/>
          </a:xfrm>
          <a:custGeom>
            <a:avLst/>
            <a:gdLst/>
            <a:ahLst/>
            <a:cxnLst/>
            <a:rect l="l" t="t" r="r" b="b"/>
            <a:pathLst>
              <a:path w="2855341" h="0">
                <a:moveTo>
                  <a:pt x="0" y="0"/>
                </a:moveTo>
                <a:lnTo>
                  <a:pt x="285534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5" name="object 25"/>
          <p:cNvSpPr/>
          <p:nvPr/>
        </p:nvSpPr>
        <p:spPr>
          <a:xfrm>
            <a:off x="3886835" y="1246124"/>
            <a:ext cx="2855594" cy="0"/>
          </a:xfrm>
          <a:custGeom>
            <a:avLst/>
            <a:gdLst/>
            <a:ahLst/>
            <a:cxnLst/>
            <a:rect l="l" t="t" r="r" b="b"/>
            <a:pathLst>
              <a:path w="2855594" h="0">
                <a:moveTo>
                  <a:pt x="0" y="0"/>
                </a:moveTo>
                <a:lnTo>
                  <a:pt x="285559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6" name="object 26"/>
          <p:cNvSpPr/>
          <p:nvPr/>
        </p:nvSpPr>
        <p:spPr>
          <a:xfrm>
            <a:off x="1018857" y="1646174"/>
            <a:ext cx="2855341" cy="0"/>
          </a:xfrm>
          <a:custGeom>
            <a:avLst/>
            <a:gdLst/>
            <a:ahLst/>
            <a:cxnLst/>
            <a:rect l="l" t="t" r="r" b="b"/>
            <a:pathLst>
              <a:path w="2855341" h="0">
                <a:moveTo>
                  <a:pt x="0" y="0"/>
                </a:moveTo>
                <a:lnTo>
                  <a:pt x="285534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7" name="object 27"/>
          <p:cNvSpPr/>
          <p:nvPr/>
        </p:nvSpPr>
        <p:spPr>
          <a:xfrm>
            <a:off x="3886835" y="1646174"/>
            <a:ext cx="2855594" cy="0"/>
          </a:xfrm>
          <a:custGeom>
            <a:avLst/>
            <a:gdLst/>
            <a:ahLst/>
            <a:cxnLst/>
            <a:rect l="l" t="t" r="r" b="b"/>
            <a:pathLst>
              <a:path w="2855594" h="0">
                <a:moveTo>
                  <a:pt x="0" y="0"/>
                </a:moveTo>
                <a:lnTo>
                  <a:pt x="285559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8" name="object 28"/>
          <p:cNvSpPr/>
          <p:nvPr/>
        </p:nvSpPr>
        <p:spPr>
          <a:xfrm>
            <a:off x="1018857" y="2047494"/>
            <a:ext cx="2855341" cy="0"/>
          </a:xfrm>
          <a:custGeom>
            <a:avLst/>
            <a:gdLst/>
            <a:ahLst/>
            <a:cxnLst/>
            <a:rect l="l" t="t" r="r" b="b"/>
            <a:pathLst>
              <a:path w="2855341" h="0">
                <a:moveTo>
                  <a:pt x="0" y="0"/>
                </a:moveTo>
                <a:lnTo>
                  <a:pt x="285534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9" name="object 29"/>
          <p:cNvSpPr/>
          <p:nvPr/>
        </p:nvSpPr>
        <p:spPr>
          <a:xfrm>
            <a:off x="3886835" y="2047494"/>
            <a:ext cx="2855594" cy="0"/>
          </a:xfrm>
          <a:custGeom>
            <a:avLst/>
            <a:gdLst/>
            <a:ahLst/>
            <a:cxnLst/>
            <a:rect l="l" t="t" r="r" b="b"/>
            <a:pathLst>
              <a:path w="2855594" h="0">
                <a:moveTo>
                  <a:pt x="0" y="0"/>
                </a:moveTo>
                <a:lnTo>
                  <a:pt x="285559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0" name="object 30"/>
          <p:cNvSpPr/>
          <p:nvPr/>
        </p:nvSpPr>
        <p:spPr>
          <a:xfrm>
            <a:off x="1018857" y="2657094"/>
            <a:ext cx="2855341" cy="0"/>
          </a:xfrm>
          <a:custGeom>
            <a:avLst/>
            <a:gdLst/>
            <a:ahLst/>
            <a:cxnLst/>
            <a:rect l="l" t="t" r="r" b="b"/>
            <a:pathLst>
              <a:path w="2855341" h="0">
                <a:moveTo>
                  <a:pt x="0" y="0"/>
                </a:moveTo>
                <a:lnTo>
                  <a:pt x="285534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1" name="object 31"/>
          <p:cNvSpPr/>
          <p:nvPr/>
        </p:nvSpPr>
        <p:spPr>
          <a:xfrm>
            <a:off x="3886835" y="2657094"/>
            <a:ext cx="2855594" cy="0"/>
          </a:xfrm>
          <a:custGeom>
            <a:avLst/>
            <a:gdLst/>
            <a:ahLst/>
            <a:cxnLst/>
            <a:rect l="l" t="t" r="r" b="b"/>
            <a:pathLst>
              <a:path w="2855594" h="0">
                <a:moveTo>
                  <a:pt x="0" y="0"/>
                </a:moveTo>
                <a:lnTo>
                  <a:pt x="285559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2" name="object 32"/>
          <p:cNvSpPr/>
          <p:nvPr/>
        </p:nvSpPr>
        <p:spPr>
          <a:xfrm>
            <a:off x="1018857" y="3058541"/>
            <a:ext cx="2855341" cy="0"/>
          </a:xfrm>
          <a:custGeom>
            <a:avLst/>
            <a:gdLst/>
            <a:ahLst/>
            <a:cxnLst/>
            <a:rect l="l" t="t" r="r" b="b"/>
            <a:pathLst>
              <a:path w="2855341" h="0">
                <a:moveTo>
                  <a:pt x="0" y="0"/>
                </a:moveTo>
                <a:lnTo>
                  <a:pt x="285534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3" name="object 33"/>
          <p:cNvSpPr/>
          <p:nvPr/>
        </p:nvSpPr>
        <p:spPr>
          <a:xfrm>
            <a:off x="3886835" y="3058541"/>
            <a:ext cx="2855594" cy="0"/>
          </a:xfrm>
          <a:custGeom>
            <a:avLst/>
            <a:gdLst/>
            <a:ahLst/>
            <a:cxnLst/>
            <a:rect l="l" t="t" r="r" b="b"/>
            <a:pathLst>
              <a:path w="2855594" h="0">
                <a:moveTo>
                  <a:pt x="0" y="0"/>
                </a:moveTo>
                <a:lnTo>
                  <a:pt x="285559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4" name="object 34"/>
          <p:cNvSpPr/>
          <p:nvPr/>
        </p:nvSpPr>
        <p:spPr>
          <a:xfrm>
            <a:off x="1018857" y="3932554"/>
            <a:ext cx="2855341" cy="0"/>
          </a:xfrm>
          <a:custGeom>
            <a:avLst/>
            <a:gdLst/>
            <a:ahLst/>
            <a:cxnLst/>
            <a:rect l="l" t="t" r="r" b="b"/>
            <a:pathLst>
              <a:path w="2855341" h="0">
                <a:moveTo>
                  <a:pt x="0" y="0"/>
                </a:moveTo>
                <a:lnTo>
                  <a:pt x="285534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5" name="object 35"/>
          <p:cNvSpPr/>
          <p:nvPr/>
        </p:nvSpPr>
        <p:spPr>
          <a:xfrm>
            <a:off x="3886835" y="3932554"/>
            <a:ext cx="2855594" cy="0"/>
          </a:xfrm>
          <a:custGeom>
            <a:avLst/>
            <a:gdLst/>
            <a:ahLst/>
            <a:cxnLst/>
            <a:rect l="l" t="t" r="r" b="b"/>
            <a:pathLst>
              <a:path w="2855594" h="0">
                <a:moveTo>
                  <a:pt x="0" y="0"/>
                </a:moveTo>
                <a:lnTo>
                  <a:pt x="285559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6" name="object 36"/>
          <p:cNvSpPr/>
          <p:nvPr/>
        </p:nvSpPr>
        <p:spPr>
          <a:xfrm>
            <a:off x="1018857" y="4806315"/>
            <a:ext cx="2855341" cy="0"/>
          </a:xfrm>
          <a:custGeom>
            <a:avLst/>
            <a:gdLst/>
            <a:ahLst/>
            <a:cxnLst/>
            <a:rect l="l" t="t" r="r" b="b"/>
            <a:pathLst>
              <a:path w="2855341" h="0">
                <a:moveTo>
                  <a:pt x="0" y="0"/>
                </a:moveTo>
                <a:lnTo>
                  <a:pt x="285534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7" name="object 37"/>
          <p:cNvSpPr/>
          <p:nvPr/>
        </p:nvSpPr>
        <p:spPr>
          <a:xfrm>
            <a:off x="3886835" y="4806315"/>
            <a:ext cx="2855594" cy="0"/>
          </a:xfrm>
          <a:custGeom>
            <a:avLst/>
            <a:gdLst/>
            <a:ahLst/>
            <a:cxnLst/>
            <a:rect l="l" t="t" r="r" b="b"/>
            <a:pathLst>
              <a:path w="2855594" h="0">
                <a:moveTo>
                  <a:pt x="0" y="0"/>
                </a:moveTo>
                <a:lnTo>
                  <a:pt x="285559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8" name="object 38"/>
          <p:cNvSpPr/>
          <p:nvPr/>
        </p:nvSpPr>
        <p:spPr>
          <a:xfrm>
            <a:off x="1018857" y="5206365"/>
            <a:ext cx="2855341" cy="0"/>
          </a:xfrm>
          <a:custGeom>
            <a:avLst/>
            <a:gdLst/>
            <a:ahLst/>
            <a:cxnLst/>
            <a:rect l="l" t="t" r="r" b="b"/>
            <a:pathLst>
              <a:path w="2855341" h="0">
                <a:moveTo>
                  <a:pt x="0" y="0"/>
                </a:moveTo>
                <a:lnTo>
                  <a:pt x="285534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39" name="object 39"/>
          <p:cNvSpPr/>
          <p:nvPr/>
        </p:nvSpPr>
        <p:spPr>
          <a:xfrm>
            <a:off x="3886835" y="5206365"/>
            <a:ext cx="2855594" cy="0"/>
          </a:xfrm>
          <a:custGeom>
            <a:avLst/>
            <a:gdLst/>
            <a:ahLst/>
            <a:cxnLst/>
            <a:rect l="l" t="t" r="r" b="b"/>
            <a:pathLst>
              <a:path w="2855594" h="0">
                <a:moveTo>
                  <a:pt x="0" y="0"/>
                </a:moveTo>
                <a:lnTo>
                  <a:pt x="285559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0" name="object 40"/>
          <p:cNvSpPr/>
          <p:nvPr/>
        </p:nvSpPr>
        <p:spPr>
          <a:xfrm>
            <a:off x="1012507" y="1239774"/>
            <a:ext cx="0" cy="4374261"/>
          </a:xfrm>
          <a:custGeom>
            <a:avLst/>
            <a:gdLst/>
            <a:ahLst/>
            <a:cxnLst/>
            <a:rect l="l" t="t" r="r" b="b"/>
            <a:pathLst>
              <a:path w="0" h="4374261">
                <a:moveTo>
                  <a:pt x="0" y="0"/>
                </a:moveTo>
                <a:lnTo>
                  <a:pt x="0" y="4374261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1" name="object 41"/>
          <p:cNvSpPr/>
          <p:nvPr/>
        </p:nvSpPr>
        <p:spPr>
          <a:xfrm>
            <a:off x="1018857" y="5607685"/>
            <a:ext cx="2855341" cy="0"/>
          </a:xfrm>
          <a:custGeom>
            <a:avLst/>
            <a:gdLst/>
            <a:ahLst/>
            <a:cxnLst/>
            <a:rect l="l" t="t" r="r" b="b"/>
            <a:pathLst>
              <a:path w="2855341" h="0">
                <a:moveTo>
                  <a:pt x="0" y="0"/>
                </a:moveTo>
                <a:lnTo>
                  <a:pt x="2855341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2" name="object 42"/>
          <p:cNvSpPr/>
          <p:nvPr/>
        </p:nvSpPr>
        <p:spPr>
          <a:xfrm>
            <a:off x="3880485" y="1239774"/>
            <a:ext cx="0" cy="4374261"/>
          </a:xfrm>
          <a:custGeom>
            <a:avLst/>
            <a:gdLst/>
            <a:ahLst/>
            <a:cxnLst/>
            <a:rect l="l" t="t" r="r" b="b"/>
            <a:pathLst>
              <a:path w="0" h="4374261">
                <a:moveTo>
                  <a:pt x="0" y="0"/>
                </a:moveTo>
                <a:lnTo>
                  <a:pt x="0" y="4374261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3" name="object 43"/>
          <p:cNvSpPr/>
          <p:nvPr/>
        </p:nvSpPr>
        <p:spPr>
          <a:xfrm>
            <a:off x="3886835" y="5607685"/>
            <a:ext cx="2855594" cy="0"/>
          </a:xfrm>
          <a:custGeom>
            <a:avLst/>
            <a:gdLst/>
            <a:ahLst/>
            <a:cxnLst/>
            <a:rect l="l" t="t" r="r" b="b"/>
            <a:pathLst>
              <a:path w="2855594" h="0">
                <a:moveTo>
                  <a:pt x="0" y="0"/>
                </a:moveTo>
                <a:lnTo>
                  <a:pt x="2855594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44" name="object 44"/>
          <p:cNvSpPr/>
          <p:nvPr/>
        </p:nvSpPr>
        <p:spPr>
          <a:xfrm>
            <a:off x="6748780" y="1239774"/>
            <a:ext cx="0" cy="4374261"/>
          </a:xfrm>
          <a:custGeom>
            <a:avLst/>
            <a:gdLst/>
            <a:ahLst/>
            <a:cxnLst/>
            <a:rect l="l" t="t" r="r" b="b"/>
            <a:pathLst>
              <a:path w="0" h="4374261">
                <a:moveTo>
                  <a:pt x="0" y="0"/>
                </a:moveTo>
                <a:lnTo>
                  <a:pt x="0" y="4374261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615432" y="437490"/>
            <a:ext cx="1261333" cy="508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985"/>
              </a:lnSpc>
              <a:spcBef>
                <a:spcPts val="199"/>
              </a:spcBef>
            </a:pPr>
            <a:r>
              <a:rPr dirty="0" smtClean="0" sz="3800" b="1" i="1">
                <a:latin typeface="Arial"/>
                <a:cs typeface="Arial"/>
              </a:rPr>
              <a:t>ctJn</a:t>
            </a:r>
            <a:r>
              <a:rPr dirty="0" smtClean="0" sz="3800" spc="-869" b="1" i="1">
                <a:latin typeface="Arial"/>
                <a:cs typeface="Arial"/>
              </a:rPr>
              <a:t>u</a:t>
            </a:r>
            <a:r>
              <a:rPr dirty="0" smtClean="0" sz="3800" spc="0" b="1" i="1">
                <a:solidFill>
                  <a:srgbClr val="66A0C3"/>
                </a:solidFill>
                <a:latin typeface="Arial"/>
                <a:cs typeface="Arial"/>
              </a:rPr>
              <a:t>e</a:t>
            </a:r>
            <a:endParaRPr sz="3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049905" y="588449"/>
            <a:ext cx="1673225" cy="5089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530"/>
              </a:lnSpc>
              <a:spcBef>
                <a:spcPts val="76"/>
              </a:spcBef>
            </a:pPr>
            <a:r>
              <a:rPr dirty="0" smtClean="0" sz="1400" spc="0" b="1">
                <a:latin typeface="Times New Roman"/>
                <a:cs typeface="Times New Roman"/>
              </a:rPr>
              <a:t>CHR</a:t>
            </a:r>
            <a:r>
              <a:rPr dirty="0" smtClean="0" sz="1400" spc="-4" b="1">
                <a:latin typeface="Times New Roman"/>
                <a:cs typeface="Times New Roman"/>
              </a:rPr>
              <a:t>I</a:t>
            </a:r>
            <a:r>
              <a:rPr dirty="0" smtClean="0" sz="1400" spc="0" b="1">
                <a:latin typeface="Times New Roman"/>
                <a:cs typeface="Times New Roman"/>
              </a:rPr>
              <a:t>STA</a:t>
            </a:r>
            <a:r>
              <a:rPr dirty="0" smtClean="0" sz="1400" spc="-4" b="1">
                <a:latin typeface="Times New Roman"/>
                <a:cs typeface="Times New Roman"/>
              </a:rPr>
              <a:t>M</a:t>
            </a:r>
            <a:r>
              <a:rPr dirty="0" smtClean="0" sz="1400" spc="0" b="1">
                <a:latin typeface="Times New Roman"/>
                <a:cs typeface="Times New Roman"/>
              </a:rPr>
              <a:t>UN</a:t>
            </a:r>
            <a:r>
              <a:rPr dirty="0" smtClean="0" sz="1400" spc="9" b="1">
                <a:latin typeface="Times New Roman"/>
                <a:cs typeface="Times New Roman"/>
              </a:rPr>
              <a:t> </a:t>
            </a:r>
            <a:r>
              <a:rPr dirty="0" smtClean="0" sz="1400" spc="0" b="1">
                <a:latin typeface="Times New Roman"/>
                <a:cs typeface="Times New Roman"/>
              </a:rPr>
              <a:t>2026</a:t>
            </a:r>
            <a:endParaRPr sz="1400">
              <a:latin typeface="Times New Roman"/>
              <a:cs typeface="Times New Roman"/>
            </a:endParaRPr>
          </a:p>
          <a:p>
            <a:pPr marL="92686" marR="107025" algn="ctr">
              <a:lnSpc>
                <a:spcPct val="101725"/>
              </a:lnSpc>
              <a:spcBef>
                <a:spcPts val="858"/>
              </a:spcBef>
            </a:pP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T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r</a:t>
            </a:r>
            <a:r>
              <a:rPr dirty="0" smtClean="0" sz="1200" spc="4">
                <a:solidFill>
                  <a:srgbClr val="313D4F"/>
                </a:solidFill>
                <a:latin typeface="Calibri"/>
                <a:cs typeface="Calibri"/>
              </a:rPr>
              <a:t>i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nid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a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d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-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B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eni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-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 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B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o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li</a:t>
            </a:r>
            <a:r>
              <a:rPr dirty="0" smtClean="0" sz="1200" spc="-4">
                <a:solidFill>
                  <a:srgbClr val="313D4F"/>
                </a:solidFill>
                <a:latin typeface="Calibri"/>
                <a:cs typeface="Calibri"/>
              </a:rPr>
              <a:t>v</a:t>
            </a:r>
            <a:r>
              <a:rPr dirty="0" smtClean="0" sz="1200" spc="0">
                <a:solidFill>
                  <a:srgbClr val="313D4F"/>
                </a:solidFill>
                <a:latin typeface="Calibri"/>
                <a:cs typeface="Calibri"/>
              </a:rPr>
              <a:t>ia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583428" y="885674"/>
            <a:ext cx="1249693" cy="1020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dirty="0" smtClean="0" sz="600" i="1">
                <a:solidFill>
                  <a:srgbClr val="66A0C3"/>
                </a:solidFill>
                <a:latin typeface="Arial"/>
                <a:cs typeface="Arial"/>
              </a:rPr>
              <a:t>C</a:t>
            </a:r>
            <a:r>
              <a:rPr dirty="0" smtClean="0" sz="600" i="1">
                <a:solidFill>
                  <a:srgbClr val="7CACCD"/>
                </a:solidFill>
                <a:latin typeface="Arial"/>
                <a:cs typeface="Arial"/>
              </a:rPr>
              <a:t>enlr</a:t>
            </a:r>
            <a:r>
              <a:rPr dirty="0" smtClean="0" sz="600" spc="14" i="1">
                <a:solidFill>
                  <a:srgbClr val="66A0C3"/>
                </a:solidFill>
                <a:latin typeface="Arial"/>
                <a:cs typeface="Arial"/>
              </a:rPr>
              <a:t>o</a:t>
            </a:r>
            <a:r>
              <a:rPr dirty="0" smtClean="0" sz="600" spc="0" i="1">
                <a:solidFill>
                  <a:srgbClr val="66A0C3"/>
                </a:solidFill>
                <a:latin typeface="Times New Roman"/>
                <a:cs typeface="Times New Roman"/>
              </a:rPr>
              <a:t>de</a:t>
            </a:r>
            <a:r>
              <a:rPr dirty="0" smtClean="0" sz="600" spc="-84" i="1">
                <a:solidFill>
                  <a:srgbClr val="66A0C3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Inform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ció</a:t>
            </a:r>
            <a:r>
              <a:rPr dirty="0" smtClean="0" sz="600" spc="-18" i="1">
                <a:solidFill>
                  <a:srgbClr val="7CACCD"/>
                </a:solidFill>
                <a:latin typeface="Arial"/>
                <a:cs typeface="Arial"/>
              </a:rPr>
              <a:t>n</a:t>
            </a:r>
            <a:r>
              <a:rPr dirty="0" smtClean="0" sz="600" spc="0" i="1">
                <a:solidFill>
                  <a:srgbClr val="66A0C3"/>
                </a:solidFill>
                <a:latin typeface="Times New Roman"/>
                <a:cs typeface="Times New Roman"/>
              </a:rPr>
              <a:t>de</a:t>
            </a:r>
            <a:r>
              <a:rPr dirty="0" smtClean="0" sz="600" spc="7" i="1">
                <a:solidFill>
                  <a:srgbClr val="66A0C3"/>
                </a:solidFill>
                <a:latin typeface="Times New Roman"/>
                <a:cs typeface="Times New Roman"/>
              </a:rPr>
              <a:t> 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N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cione</a:t>
            </a:r>
            <a:r>
              <a:rPr dirty="0" smtClean="0" sz="600" spc="25" i="1">
                <a:solidFill>
                  <a:srgbClr val="7CACCD"/>
                </a:solidFill>
                <a:latin typeface="Arial"/>
                <a:cs typeface="Arial"/>
              </a:rPr>
              <a:t>s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Un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ida</a:t>
            </a:r>
            <a:r>
              <a:rPr dirty="0" smtClean="0" sz="600" spc="-29" i="1">
                <a:solidFill>
                  <a:srgbClr val="7CACCD"/>
                </a:solidFill>
                <a:latin typeface="Arial"/>
                <a:cs typeface="Arial"/>
              </a:rPr>
              <a:t>s</a:t>
            </a:r>
            <a:r>
              <a:rPr dirty="0" smtClean="0" sz="600" spc="0" i="1">
                <a:solidFill>
                  <a:srgbClr val="2F85BA"/>
                </a:solidFill>
                <a:latin typeface="Arial"/>
                <a:cs typeface="Arial"/>
              </a:rPr>
              <a:t>B</a:t>
            </a:r>
            <a:r>
              <a:rPr dirty="0" smtClean="0" sz="600" spc="0" i="1">
                <a:solidFill>
                  <a:srgbClr val="508CB3"/>
                </a:solidFill>
                <a:latin typeface="Arial"/>
                <a:cs typeface="Arial"/>
              </a:rPr>
              <a:t>o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li</a:t>
            </a:r>
            <a:r>
              <a:rPr dirty="0" smtClean="0" sz="600" spc="0" i="1">
                <a:solidFill>
                  <a:srgbClr val="7CACCD"/>
                </a:solidFill>
                <a:latin typeface="Arial"/>
                <a:cs typeface="Arial"/>
              </a:rPr>
              <a:t>vi</a:t>
            </a:r>
            <a:r>
              <a:rPr dirty="0" smtClean="0" sz="600" spc="0" i="1">
                <a:solidFill>
                  <a:srgbClr val="66A0C3"/>
                </a:solidFill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63600" y="1224915"/>
            <a:ext cx="148907" cy="43891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8" name="object 18"/>
          <p:cNvSpPr txBox="1"/>
          <p:nvPr/>
        </p:nvSpPr>
        <p:spPr>
          <a:xfrm>
            <a:off x="1012507" y="1224915"/>
            <a:ext cx="2867977" cy="42125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50"/>
              </a:lnSpc>
              <a:spcBef>
                <a:spcPts val="26"/>
              </a:spcBef>
            </a:pPr>
            <a:endParaRPr sz="950"/>
          </a:p>
          <a:p>
            <a:pPr marL="1012253" marR="1015593" algn="ctr">
              <a:lnSpc>
                <a:spcPct val="95825"/>
              </a:lnSpc>
            </a:pPr>
            <a:r>
              <a:rPr dirty="0" smtClean="0" sz="1200" spc="0" b="1">
                <a:latin typeface="Times New Roman"/>
                <a:cs typeface="Times New Roman"/>
              </a:rPr>
              <a:t>P</a:t>
            </a:r>
            <a:r>
              <a:rPr dirty="0" smtClean="0" sz="1200" spc="-25" b="1">
                <a:latin typeface="Times New Roman"/>
                <a:cs typeface="Times New Roman"/>
              </a:rPr>
              <a:t>r</a:t>
            </a:r>
            <a:r>
              <a:rPr dirty="0" smtClean="0" sz="1200" spc="0" b="1">
                <a:latin typeface="Times New Roman"/>
                <a:cs typeface="Times New Roman"/>
              </a:rPr>
              <a:t>ostituc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ón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80485" y="1224915"/>
            <a:ext cx="2868295" cy="42125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00"/>
              </a:lnSpc>
              <a:spcBef>
                <a:spcPts val="46"/>
              </a:spcBef>
            </a:pPr>
            <a:endParaRPr sz="900"/>
          </a:p>
          <a:p>
            <a:pPr marL="661924">
              <a:lnSpc>
                <a:spcPct val="95825"/>
              </a:lnSpc>
            </a:pPr>
            <a:r>
              <a:rPr dirty="0" smtClean="0" sz="1200" spc="-4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rab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j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sexua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en</a:t>
            </a:r>
            <a:r>
              <a:rPr dirty="0" smtClean="0" sz="1200" spc="4">
                <a:latin typeface="Times New Roman"/>
                <a:cs typeface="Times New Roman"/>
              </a:rPr>
              <a:t>o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48780" y="1224915"/>
            <a:ext cx="123189" cy="43891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5" name="object 15"/>
          <p:cNvSpPr txBox="1"/>
          <p:nvPr/>
        </p:nvSpPr>
        <p:spPr>
          <a:xfrm>
            <a:off x="1012507" y="1646173"/>
            <a:ext cx="2867977" cy="4013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800"/>
              </a:lnSpc>
              <a:spcBef>
                <a:spcPts val="20"/>
              </a:spcBef>
            </a:pPr>
            <a:endParaRPr sz="800"/>
          </a:p>
          <a:p>
            <a:pPr marL="1023556" marR="1028827" algn="ctr">
              <a:lnSpc>
                <a:spcPct val="95825"/>
              </a:lnSpc>
            </a:pPr>
            <a:r>
              <a:rPr dirty="0" smtClean="0" sz="1200" spc="0" b="1">
                <a:latin typeface="Times New Roman"/>
                <a:cs typeface="Times New Roman"/>
              </a:rPr>
              <a:t>P</a:t>
            </a:r>
            <a:r>
              <a:rPr dirty="0" smtClean="0" sz="1200" spc="-25" b="1">
                <a:latin typeface="Times New Roman"/>
                <a:cs typeface="Times New Roman"/>
              </a:rPr>
              <a:t>r</a:t>
            </a:r>
            <a:r>
              <a:rPr dirty="0" smtClean="0" sz="1200" spc="0" b="1">
                <a:latin typeface="Times New Roman"/>
                <a:cs typeface="Times New Roman"/>
              </a:rPr>
              <a:t>ostituto/a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80485" y="1646173"/>
            <a:ext cx="2868295" cy="4013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750"/>
              </a:lnSpc>
              <a:spcBef>
                <a:spcPts val="39"/>
              </a:spcBef>
            </a:pPr>
            <a:endParaRPr sz="750"/>
          </a:p>
          <a:p>
            <a:pPr marL="830961">
              <a:lnSpc>
                <a:spcPct val="95825"/>
              </a:lnSpc>
            </a:pPr>
            <a:r>
              <a:rPr dirty="0" smtClean="0" sz="1200" spc="-4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rab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j</a:t>
            </a:r>
            <a:r>
              <a:rPr dirty="0" smtClean="0" sz="1200" spc="0">
                <a:latin typeface="Times New Roman"/>
                <a:cs typeface="Times New Roman"/>
              </a:rPr>
              <a:t>ador</a:t>
            </a:r>
            <a:r>
              <a:rPr dirty="0" smtClean="0" sz="1200" spc="-4">
                <a:latin typeface="Times New Roman"/>
                <a:cs typeface="Times New Roman"/>
              </a:rPr>
              <a:t>/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sexu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12507" y="2047494"/>
            <a:ext cx="2867977" cy="609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600"/>
              </a:lnSpc>
              <a:spcBef>
                <a:spcPts val="40"/>
              </a:spcBef>
            </a:pPr>
            <a:endParaRPr sz="600"/>
          </a:p>
          <a:p>
            <a:pPr marL="579183">
              <a:lnSpc>
                <a:spcPct val="95825"/>
              </a:lnSpc>
              <a:spcBef>
                <a:spcPts val="1000"/>
              </a:spcBef>
            </a:pPr>
            <a:r>
              <a:rPr dirty="0" smtClean="0" sz="1200" spc="0" b="1">
                <a:latin typeface="Times New Roman"/>
                <a:cs typeface="Times New Roman"/>
              </a:rPr>
              <a:t>Rico</a:t>
            </a:r>
            <a:r>
              <a:rPr dirty="0" smtClean="0" sz="1200" spc="-4" b="1">
                <a:latin typeface="Times New Roman"/>
                <a:cs typeface="Times New Roman"/>
              </a:rPr>
              <a:t>/</a:t>
            </a:r>
            <a:r>
              <a:rPr dirty="0" smtClean="0" sz="1200" spc="0" b="1">
                <a:latin typeface="Times New Roman"/>
                <a:cs typeface="Times New Roman"/>
              </a:rPr>
              <a:t>país</a:t>
            </a:r>
            <a:r>
              <a:rPr dirty="0" smtClean="0" sz="1200" spc="0" b="1">
                <a:latin typeface="Times New Roman"/>
                <a:cs typeface="Times New Roman"/>
              </a:rPr>
              <a:t> </a:t>
            </a:r>
            <a:r>
              <a:rPr dirty="0" smtClean="0" sz="1200" spc="4" b="1">
                <a:latin typeface="Times New Roman"/>
                <a:cs typeface="Times New Roman"/>
              </a:rPr>
              <a:t>p</a:t>
            </a:r>
            <a:r>
              <a:rPr dirty="0" smtClean="0" sz="1200" spc="0" b="1">
                <a:latin typeface="Times New Roman"/>
                <a:cs typeface="Times New Roman"/>
              </a:rPr>
              <a:t>r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19" b="1">
                <a:latin typeface="Times New Roman"/>
                <a:cs typeface="Times New Roman"/>
              </a:rPr>
              <a:t>m</a:t>
            </a:r>
            <a:r>
              <a:rPr dirty="0" smtClean="0" sz="1200" spc="0" b="1">
                <a:latin typeface="Times New Roman"/>
                <a:cs typeface="Times New Roman"/>
              </a:rPr>
              <a:t>e</a:t>
            </a:r>
            <a:r>
              <a:rPr dirty="0" smtClean="0" sz="1200" spc="-14" b="1">
                <a:latin typeface="Times New Roman"/>
                <a:cs typeface="Times New Roman"/>
              </a:rPr>
              <a:t>r</a:t>
            </a:r>
            <a:r>
              <a:rPr dirty="0" smtClean="0" sz="1200" spc="0" b="1">
                <a:latin typeface="Times New Roman"/>
                <a:cs typeface="Times New Roman"/>
              </a:rPr>
              <a:t>mu</a:t>
            </a:r>
            <a:r>
              <a:rPr dirty="0" smtClean="0" sz="1200" spc="4" b="1">
                <a:latin typeface="Times New Roman"/>
                <a:cs typeface="Times New Roman"/>
              </a:rPr>
              <a:t>n</a:t>
            </a:r>
            <a:r>
              <a:rPr dirty="0" smtClean="0" sz="1200" spc="0" b="1">
                <a:latin typeface="Times New Roman"/>
                <a:cs typeface="Times New Roman"/>
              </a:rPr>
              <a:t>dista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80485" y="2047494"/>
            <a:ext cx="2868295" cy="609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50"/>
              </a:lnSpc>
              <a:spcBef>
                <a:spcPts val="29"/>
              </a:spcBef>
            </a:pPr>
            <a:endParaRPr sz="550"/>
          </a:p>
          <a:p>
            <a:pPr marL="1086230" marR="243969" indent="-785240">
              <a:lnSpc>
                <a:spcPts val="1379"/>
              </a:lnSpc>
            </a:pPr>
            <a:r>
              <a:rPr dirty="0" smtClean="0" sz="1200" spc="0">
                <a:latin typeface="Times New Roman"/>
                <a:cs typeface="Times New Roman"/>
              </a:rPr>
              <a:t>Persona</a:t>
            </a:r>
            <a:r>
              <a:rPr dirty="0" smtClean="0" sz="1200" spc="-4">
                <a:latin typeface="Times New Roman"/>
                <a:cs typeface="Times New Roman"/>
              </a:rPr>
              <a:t>/</a:t>
            </a:r>
            <a:r>
              <a:rPr dirty="0" smtClean="0" sz="1200" spc="0">
                <a:latin typeface="Times New Roman"/>
                <a:cs typeface="Times New Roman"/>
              </a:rPr>
              <a:t>pa</a:t>
            </a:r>
            <a:r>
              <a:rPr dirty="0" smtClean="0" sz="1200" spc="-4">
                <a:latin typeface="Times New Roman"/>
                <a:cs typeface="Times New Roman"/>
              </a:rPr>
              <a:t>í</a:t>
            </a:r>
            <a:r>
              <a:rPr dirty="0" smtClean="0" sz="1200" spc="0">
                <a:latin typeface="Times New Roman"/>
                <a:cs typeface="Times New Roman"/>
              </a:rPr>
              <a:t>s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b</a:t>
            </a:r>
            <a:r>
              <a:rPr dirty="0" smtClean="0" sz="1200" spc="9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ndan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re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ursos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086230" marR="243969">
              <a:lnSpc>
                <a:spcPts val="1379"/>
              </a:lnSpc>
              <a:spcBef>
                <a:spcPts val="681"/>
              </a:spcBef>
            </a:pPr>
            <a:r>
              <a:rPr dirty="0" smtClean="0" sz="1200" spc="0">
                <a:latin typeface="Times New Roman"/>
                <a:cs typeface="Times New Roman"/>
              </a:rPr>
              <a:t>e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on</a:t>
            </a:r>
            <a:r>
              <a:rPr dirty="0" smtClean="0" sz="1200" spc="9">
                <a:latin typeface="Times New Roman"/>
                <a:cs typeface="Times New Roman"/>
              </a:rPr>
              <a:t>ó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os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12507" y="2657094"/>
            <a:ext cx="2867977" cy="4014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800"/>
              </a:lnSpc>
              <a:spcBef>
                <a:spcPts val="19"/>
              </a:spcBef>
            </a:pPr>
            <a:endParaRPr sz="800"/>
          </a:p>
          <a:p>
            <a:pPr marL="1143063" marR="1144625" algn="ctr">
              <a:lnSpc>
                <a:spcPct val="95825"/>
              </a:lnSpc>
            </a:pPr>
            <a:r>
              <a:rPr dirty="0" smtClean="0" sz="1200" spc="0" b="1">
                <a:latin typeface="Times New Roman"/>
                <a:cs typeface="Times New Roman"/>
              </a:rPr>
              <a:t>Riq</a:t>
            </a:r>
            <a:r>
              <a:rPr dirty="0" smtClean="0" sz="1200" spc="4" b="1">
                <a:latin typeface="Times New Roman"/>
                <a:cs typeface="Times New Roman"/>
              </a:rPr>
              <a:t>u</a:t>
            </a:r>
            <a:r>
              <a:rPr dirty="0" smtClean="0" sz="1200" spc="0" b="1">
                <a:latin typeface="Times New Roman"/>
                <a:cs typeface="Times New Roman"/>
              </a:rPr>
              <a:t>e</a:t>
            </a:r>
            <a:r>
              <a:rPr dirty="0" smtClean="0" sz="1200" spc="-14" b="1">
                <a:latin typeface="Times New Roman"/>
                <a:cs typeface="Times New Roman"/>
              </a:rPr>
              <a:t>z</a:t>
            </a:r>
            <a:r>
              <a:rPr dirty="0" smtClean="0" sz="1200" spc="0" b="1">
                <a:latin typeface="Times New Roman"/>
                <a:cs typeface="Times New Roman"/>
              </a:rPr>
              <a:t>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80485" y="2657094"/>
            <a:ext cx="2868295" cy="4014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750"/>
              </a:lnSpc>
              <a:spcBef>
                <a:spcPts val="40"/>
              </a:spcBef>
            </a:pPr>
            <a:endParaRPr sz="750"/>
          </a:p>
          <a:p>
            <a:pPr marL="716661">
              <a:lnSpc>
                <a:spcPct val="95825"/>
              </a:lnSpc>
            </a:pPr>
            <a:r>
              <a:rPr dirty="0" smtClean="0" sz="1200" spc="0">
                <a:latin typeface="Times New Roman"/>
                <a:cs typeface="Times New Roman"/>
              </a:rPr>
              <a:t>Pro</a:t>
            </a:r>
            <a:r>
              <a:rPr dirty="0" smtClean="0" sz="1200" spc="4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per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dad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4">
                <a:latin typeface="Times New Roman"/>
                <a:cs typeface="Times New Roman"/>
              </a:rPr>
              <a:t>ó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ca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2507" y="3058540"/>
            <a:ext cx="2867977" cy="87401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650"/>
              </a:lnSpc>
              <a:spcBef>
                <a:spcPts val="29"/>
              </a:spcBef>
            </a:pPr>
            <a:endParaRPr sz="650"/>
          </a:p>
          <a:p>
            <a:pPr marL="1040193" marR="1041755" algn="ctr">
              <a:lnSpc>
                <a:spcPct val="95825"/>
              </a:lnSpc>
              <a:spcBef>
                <a:spcPts val="2000"/>
              </a:spcBef>
            </a:pPr>
            <a:r>
              <a:rPr dirty="0" smtClean="0" sz="1200" spc="-109" b="1">
                <a:latin typeface="Times New Roman"/>
                <a:cs typeface="Times New Roman"/>
              </a:rPr>
              <a:t>T</a:t>
            </a:r>
            <a:r>
              <a:rPr dirty="0" smtClean="0" sz="1200" spc="0" b="1">
                <a:latin typeface="Times New Roman"/>
                <a:cs typeface="Times New Roman"/>
              </a:rPr>
              <a:t>e</a:t>
            </a:r>
            <a:r>
              <a:rPr dirty="0" smtClean="0" sz="1200" spc="-4" b="1">
                <a:latin typeface="Times New Roman"/>
                <a:cs typeface="Times New Roman"/>
              </a:rPr>
              <a:t>r</a:t>
            </a:r>
            <a:r>
              <a:rPr dirty="0" smtClean="0" sz="1200" spc="-25" b="1">
                <a:latin typeface="Times New Roman"/>
                <a:cs typeface="Times New Roman"/>
              </a:rPr>
              <a:t>r</a:t>
            </a:r>
            <a:r>
              <a:rPr dirty="0" smtClean="0" sz="1200" spc="0" b="1">
                <a:latin typeface="Times New Roman"/>
                <a:cs typeface="Times New Roman"/>
              </a:rPr>
              <a:t>or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s</a:t>
            </a:r>
            <a:r>
              <a:rPr dirty="0" smtClean="0" sz="1200" spc="25" b="1">
                <a:latin typeface="Times New Roman"/>
                <a:cs typeface="Times New Roman"/>
              </a:rPr>
              <a:t>m</a:t>
            </a:r>
            <a:r>
              <a:rPr dirty="0" smtClean="0" sz="1200" spc="0" b="1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80485" y="3058540"/>
            <a:ext cx="2868295" cy="87401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50"/>
              </a:lnSpc>
              <a:spcBef>
                <a:spcPts val="29"/>
              </a:spcBef>
            </a:pPr>
            <a:endParaRPr sz="550"/>
          </a:p>
          <a:p>
            <a:pPr marL="82106" marR="51906" indent="1523" algn="ctr">
              <a:lnSpc>
                <a:spcPts val="1379"/>
              </a:lnSpc>
            </a:pPr>
            <a:r>
              <a:rPr dirty="0" smtClean="0" sz="1200" spc="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mtClean="0" sz="1200" spc="-9">
                <a:solidFill>
                  <a:srgbClr val="111111"/>
                </a:solidFill>
                <a:latin typeface="Times New Roman"/>
                <a:cs typeface="Times New Roman"/>
              </a:rPr>
              <a:t>m</a:t>
            </a:r>
            <a:r>
              <a:rPr dirty="0" smtClean="0" sz="1200" spc="0">
                <a:solidFill>
                  <a:srgbClr val="111111"/>
                </a:solidFill>
                <a:latin typeface="Times New Roman"/>
                <a:cs typeface="Times New Roman"/>
              </a:rPr>
              <a:t>e</a:t>
            </a:r>
            <a:r>
              <a:rPr dirty="0" smtClean="0" sz="1200" spc="4">
                <a:solidFill>
                  <a:srgbClr val="111111"/>
                </a:solidFill>
                <a:latin typeface="Times New Roman"/>
                <a:cs typeface="Times New Roman"/>
              </a:rPr>
              <a:t>n</a:t>
            </a:r>
            <a:r>
              <a:rPr dirty="0" smtClean="0" sz="1200" spc="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mtClean="0" sz="1200" spc="-4">
                <a:solidFill>
                  <a:srgbClr val="111111"/>
                </a:solidFill>
                <a:latin typeface="Times New Roman"/>
                <a:cs typeface="Times New Roman"/>
              </a:rPr>
              <a:t>z</a:t>
            </a:r>
            <a:r>
              <a:rPr dirty="0" smtClean="0" sz="1200" spc="0">
                <a:solidFill>
                  <a:srgbClr val="111111"/>
                </a:solidFill>
                <a:latin typeface="Times New Roman"/>
                <a:cs typeface="Times New Roman"/>
              </a:rPr>
              <a:t>a,</a:t>
            </a:r>
            <a:r>
              <a:rPr dirty="0" smtClean="0" sz="1200" spc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mtClean="0" sz="1200" spc="-4">
                <a:solidFill>
                  <a:srgbClr val="111111"/>
                </a:solidFill>
                <a:latin typeface="Times New Roman"/>
                <a:cs typeface="Times New Roman"/>
              </a:rPr>
              <a:t>c</a:t>
            </a:r>
            <a:r>
              <a:rPr dirty="0" smtClean="0" sz="1200" spc="0">
                <a:solidFill>
                  <a:srgbClr val="111111"/>
                </a:solidFill>
                <a:latin typeface="Times New Roman"/>
                <a:cs typeface="Times New Roman"/>
              </a:rPr>
              <a:t>onv</a:t>
            </a:r>
            <a:r>
              <a:rPr dirty="0" smtClean="0" sz="1200" spc="9">
                <a:solidFill>
                  <a:srgbClr val="111111"/>
                </a:solidFill>
                <a:latin typeface="Times New Roman"/>
                <a:cs typeface="Times New Roman"/>
              </a:rPr>
              <a:t>u</a:t>
            </a:r>
            <a:r>
              <a:rPr dirty="0" smtClean="0" sz="1200" spc="0">
                <a:solidFill>
                  <a:srgbClr val="111111"/>
                </a:solidFill>
                <a:latin typeface="Times New Roman"/>
                <a:cs typeface="Times New Roman"/>
              </a:rPr>
              <a:t>ls</a:t>
            </a:r>
            <a:r>
              <a:rPr dirty="0" smtClean="0" sz="1200" spc="-4">
                <a:solidFill>
                  <a:srgbClr val="111111"/>
                </a:solidFill>
                <a:latin typeface="Times New Roman"/>
                <a:cs typeface="Times New Roman"/>
              </a:rPr>
              <a:t>i</a:t>
            </a:r>
            <a:r>
              <a:rPr dirty="0" smtClean="0" sz="1200" spc="9">
                <a:solidFill>
                  <a:srgbClr val="111111"/>
                </a:solidFill>
                <a:latin typeface="Times New Roman"/>
                <a:cs typeface="Times New Roman"/>
              </a:rPr>
              <a:t>ó</a:t>
            </a:r>
            <a:r>
              <a:rPr dirty="0" smtClean="0" sz="1200" spc="0">
                <a:solidFill>
                  <a:srgbClr val="111111"/>
                </a:solidFill>
                <a:latin typeface="Times New Roman"/>
                <a:cs typeface="Times New Roman"/>
              </a:rPr>
              <a:t>n,</a:t>
            </a:r>
            <a:r>
              <a:rPr dirty="0" smtClean="0" sz="1200" spc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mtClean="0" sz="1200" spc="0">
                <a:solidFill>
                  <a:srgbClr val="111111"/>
                </a:solidFill>
                <a:latin typeface="Times New Roman"/>
                <a:cs typeface="Times New Roman"/>
              </a:rPr>
              <a:t>ex</a:t>
            </a:r>
            <a:r>
              <a:rPr dirty="0" smtClean="0" sz="1200" spc="-4">
                <a:solidFill>
                  <a:srgbClr val="111111"/>
                </a:solidFill>
                <a:latin typeface="Times New Roman"/>
                <a:cs typeface="Times New Roman"/>
              </a:rPr>
              <a:t>t</a:t>
            </a:r>
            <a:r>
              <a:rPr dirty="0" smtClean="0" sz="1200" spc="0">
                <a:solidFill>
                  <a:srgbClr val="111111"/>
                </a:solidFill>
                <a:latin typeface="Times New Roman"/>
                <a:cs typeface="Times New Roman"/>
              </a:rPr>
              <a:t>orsi</a:t>
            </a:r>
            <a:r>
              <a:rPr dirty="0" smtClean="0" sz="1200" spc="-4">
                <a:solidFill>
                  <a:srgbClr val="111111"/>
                </a:solidFill>
                <a:latin typeface="Times New Roman"/>
                <a:cs typeface="Times New Roman"/>
              </a:rPr>
              <a:t>ó</a:t>
            </a:r>
            <a:r>
              <a:rPr dirty="0" smtClean="0" sz="1200" spc="0">
                <a:solidFill>
                  <a:srgbClr val="111111"/>
                </a:solidFill>
                <a:latin typeface="Times New Roman"/>
                <a:cs typeface="Times New Roman"/>
              </a:rPr>
              <a:t>n,</a:t>
            </a:r>
            <a:r>
              <a:rPr dirty="0" smtClean="0" sz="1200" spc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82106" marR="51906" algn="ctr">
              <a:lnSpc>
                <a:spcPts val="1379"/>
              </a:lnSpc>
              <a:spcBef>
                <a:spcPts val="691"/>
              </a:spcBef>
            </a:pPr>
            <a:r>
              <a:rPr dirty="0" smtClean="0" sz="1200" spc="0">
                <a:solidFill>
                  <a:srgbClr val="111111"/>
                </a:solidFill>
                <a:latin typeface="Times New Roman"/>
                <a:cs typeface="Times New Roman"/>
              </a:rPr>
              <a:t>i</a:t>
            </a:r>
            <a:r>
              <a:rPr dirty="0" smtClean="0" sz="1200" spc="-4">
                <a:solidFill>
                  <a:srgbClr val="111111"/>
                </a:solidFill>
                <a:latin typeface="Times New Roman"/>
                <a:cs typeface="Times New Roman"/>
              </a:rPr>
              <a:t>n</a:t>
            </a:r>
            <a:r>
              <a:rPr dirty="0" smtClean="0" sz="1200" spc="0">
                <a:solidFill>
                  <a:srgbClr val="111111"/>
                </a:solidFill>
                <a:latin typeface="Times New Roman"/>
                <a:cs typeface="Times New Roman"/>
              </a:rPr>
              <a:t>tim</a:t>
            </a:r>
            <a:r>
              <a:rPr dirty="0" smtClean="0" sz="1200" spc="-4">
                <a:solidFill>
                  <a:srgbClr val="111111"/>
                </a:solidFill>
                <a:latin typeface="Times New Roman"/>
                <a:cs typeface="Times New Roman"/>
              </a:rPr>
              <a:t>i</a:t>
            </a:r>
            <a:r>
              <a:rPr dirty="0" smtClean="0" sz="1200" spc="0">
                <a:solidFill>
                  <a:srgbClr val="111111"/>
                </a:solidFill>
                <a:latin typeface="Times New Roman"/>
                <a:cs typeface="Times New Roman"/>
              </a:rPr>
              <a:t>da</a:t>
            </a:r>
            <a:r>
              <a:rPr dirty="0" smtClean="0" sz="1200" spc="4">
                <a:solidFill>
                  <a:srgbClr val="111111"/>
                </a:solidFill>
                <a:latin typeface="Times New Roman"/>
                <a:cs typeface="Times New Roman"/>
              </a:rPr>
              <a:t>c</a:t>
            </a:r>
            <a:r>
              <a:rPr dirty="0" smtClean="0" sz="1200" spc="0">
                <a:solidFill>
                  <a:srgbClr val="111111"/>
                </a:solidFill>
                <a:latin typeface="Times New Roman"/>
                <a:cs typeface="Times New Roman"/>
              </a:rPr>
              <a:t>i</a:t>
            </a:r>
            <a:r>
              <a:rPr dirty="0" smtClean="0" sz="1200" spc="-4">
                <a:solidFill>
                  <a:srgbClr val="111111"/>
                </a:solidFill>
                <a:latin typeface="Times New Roman"/>
                <a:cs typeface="Times New Roman"/>
              </a:rPr>
              <a:t>ó</a:t>
            </a:r>
            <a:r>
              <a:rPr dirty="0" smtClean="0" sz="1200" spc="0">
                <a:solidFill>
                  <a:srgbClr val="111111"/>
                </a:solidFill>
                <a:latin typeface="Times New Roman"/>
                <a:cs typeface="Times New Roman"/>
              </a:rPr>
              <a:t>n,</a:t>
            </a:r>
            <a:r>
              <a:rPr dirty="0" smtClean="0" sz="1200" spc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mtClean="0" sz="1200" spc="0">
                <a:solidFill>
                  <a:srgbClr val="111111"/>
                </a:solidFill>
                <a:latin typeface="Times New Roman"/>
                <a:cs typeface="Times New Roman"/>
              </a:rPr>
              <a:t>repr</a:t>
            </a:r>
            <a:r>
              <a:rPr dirty="0" smtClean="0" sz="1200" spc="-4">
                <a:solidFill>
                  <a:srgbClr val="111111"/>
                </a:solidFill>
                <a:latin typeface="Times New Roman"/>
                <a:cs typeface="Times New Roman"/>
              </a:rPr>
              <a:t>e</a:t>
            </a:r>
            <a:r>
              <a:rPr dirty="0" smtClean="0" sz="1200" spc="0">
                <a:solidFill>
                  <a:srgbClr val="111111"/>
                </a:solidFill>
                <a:latin typeface="Times New Roman"/>
                <a:cs typeface="Times New Roman"/>
              </a:rPr>
              <a:t>s</a:t>
            </a:r>
            <a:r>
              <a:rPr dirty="0" smtClean="0" sz="1200" spc="9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mtClean="0" sz="1200" spc="0">
                <a:solidFill>
                  <a:srgbClr val="111111"/>
                </a:solidFill>
                <a:latin typeface="Times New Roman"/>
                <a:cs typeface="Times New Roman"/>
              </a:rPr>
              <a:t>l</a:t>
            </a:r>
            <a:r>
              <a:rPr dirty="0" smtClean="0" sz="1200" spc="-4">
                <a:solidFill>
                  <a:srgbClr val="111111"/>
                </a:solidFill>
                <a:latin typeface="Times New Roman"/>
                <a:cs typeface="Times New Roman"/>
              </a:rPr>
              <a:t>i</a:t>
            </a:r>
            <a:r>
              <a:rPr dirty="0" smtClean="0" sz="1200" spc="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mtClean="0" sz="1200" spc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mtClean="0" sz="1200" spc="0">
                <a:solidFill>
                  <a:srgbClr val="111111"/>
                </a:solidFill>
                <a:latin typeface="Times New Roman"/>
                <a:cs typeface="Times New Roman"/>
              </a:rPr>
              <a:t>(</a:t>
            </a:r>
            <a:r>
              <a:rPr dirty="0" smtClean="0" sz="1200" spc="-4">
                <a:solidFill>
                  <a:srgbClr val="111111"/>
                </a:solidFill>
                <a:latin typeface="Times New Roman"/>
                <a:cs typeface="Times New Roman"/>
              </a:rPr>
              <a:t>c</a:t>
            </a:r>
            <a:r>
              <a:rPr dirty="0" smtClean="0" sz="1200" spc="9">
                <a:solidFill>
                  <a:srgbClr val="111111"/>
                </a:solidFill>
                <a:latin typeface="Times New Roman"/>
                <a:cs typeface="Times New Roman"/>
              </a:rPr>
              <a:t>u</a:t>
            </a:r>
            <a:r>
              <a:rPr dirty="0" smtClean="0" sz="1200" spc="0">
                <a:solidFill>
                  <a:srgbClr val="111111"/>
                </a:solidFill>
                <a:latin typeface="Times New Roman"/>
                <a:cs typeface="Times New Roman"/>
              </a:rPr>
              <a:t>i</a:t>
            </a:r>
            <a:r>
              <a:rPr dirty="0" smtClean="0" sz="1200" spc="-4">
                <a:solidFill>
                  <a:srgbClr val="111111"/>
                </a:solidFill>
                <a:latin typeface="Times New Roman"/>
                <a:cs typeface="Times New Roman"/>
              </a:rPr>
              <a:t>d</a:t>
            </a:r>
            <a:r>
              <a:rPr dirty="0" smtClean="0" sz="1200" spc="0">
                <a:solidFill>
                  <a:srgbClr val="111111"/>
                </a:solidFill>
                <a:latin typeface="Times New Roman"/>
                <a:cs typeface="Times New Roman"/>
              </a:rPr>
              <a:t>ar</a:t>
            </a:r>
            <a:r>
              <a:rPr dirty="0" smtClean="0" sz="1200" spc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mtClean="0" sz="1200" spc="-4">
                <a:solidFill>
                  <a:srgbClr val="111111"/>
                </a:solidFill>
                <a:latin typeface="Times New Roman"/>
                <a:cs typeface="Times New Roman"/>
              </a:rPr>
              <a:t>e</a:t>
            </a:r>
            <a:r>
              <a:rPr dirty="0" smtClean="0" sz="1200" spc="0">
                <a:solidFill>
                  <a:srgbClr val="111111"/>
                </a:solidFill>
                <a:latin typeface="Times New Roman"/>
                <a:cs typeface="Times New Roman"/>
              </a:rPr>
              <a:t>l</a:t>
            </a:r>
            <a:r>
              <a:rPr dirty="0" smtClean="0" sz="1200" spc="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mtClean="0" sz="1200" spc="0">
                <a:solidFill>
                  <a:srgbClr val="111111"/>
                </a:solidFill>
                <a:latin typeface="Times New Roman"/>
                <a:cs typeface="Times New Roman"/>
              </a:rPr>
              <a:t>con</a:t>
            </a:r>
            <a:r>
              <a:rPr dirty="0" smtClean="0" sz="1200" spc="-4">
                <a:solidFill>
                  <a:srgbClr val="111111"/>
                </a:solidFill>
                <a:latin typeface="Times New Roman"/>
                <a:cs typeface="Times New Roman"/>
              </a:rPr>
              <a:t>t</a:t>
            </a:r>
            <a:r>
              <a:rPr dirty="0" smtClean="0" sz="1200" spc="0">
                <a:solidFill>
                  <a:srgbClr val="111111"/>
                </a:solidFill>
                <a:latin typeface="Times New Roman"/>
                <a:cs typeface="Times New Roman"/>
              </a:rPr>
              <a:t>e</a:t>
            </a:r>
            <a:r>
              <a:rPr dirty="0" smtClean="0" sz="1200" spc="4">
                <a:solidFill>
                  <a:srgbClr val="111111"/>
                </a:solidFill>
                <a:latin typeface="Times New Roman"/>
                <a:cs typeface="Times New Roman"/>
              </a:rPr>
              <a:t>x</a:t>
            </a:r>
            <a:r>
              <a:rPr dirty="0" smtClean="0" sz="1200" spc="4">
                <a:solidFill>
                  <a:srgbClr val="111111"/>
                </a:solidFill>
                <a:latin typeface="Times New Roman"/>
                <a:cs typeface="Times New Roman"/>
              </a:rPr>
              <a:t>t</a:t>
            </a:r>
            <a:r>
              <a:rPr dirty="0" smtClean="0" sz="1200" spc="0">
                <a:solidFill>
                  <a:srgbClr val="111111"/>
                </a:solidFill>
                <a:latin typeface="Times New Roman"/>
                <a:cs typeface="Times New Roman"/>
              </a:rPr>
              <a:t>o),</a:t>
            </a:r>
            <a:r>
              <a:rPr dirty="0" smtClean="0" sz="1200" spc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82106" marR="51906" algn="ctr">
              <a:lnSpc>
                <a:spcPts val="1379"/>
              </a:lnSpc>
              <a:spcBef>
                <a:spcPts val="691"/>
              </a:spcBef>
            </a:pPr>
            <a:r>
              <a:rPr dirty="0" smtClean="0" sz="1200" spc="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mtClean="0" sz="1200" spc="-4">
                <a:solidFill>
                  <a:srgbClr val="111111"/>
                </a:solidFill>
                <a:latin typeface="Times New Roman"/>
                <a:cs typeface="Times New Roman"/>
              </a:rPr>
              <a:t>c</a:t>
            </a:r>
            <a:r>
              <a:rPr dirty="0" smtClean="0" sz="1200" spc="0">
                <a:solidFill>
                  <a:srgbClr val="111111"/>
                </a:solidFill>
                <a:latin typeface="Times New Roman"/>
                <a:cs typeface="Times New Roman"/>
              </a:rPr>
              <a:t>c</a:t>
            </a:r>
            <a:r>
              <a:rPr dirty="0" smtClean="0" sz="1200" spc="-4">
                <a:solidFill>
                  <a:srgbClr val="111111"/>
                </a:solidFill>
                <a:latin typeface="Times New Roman"/>
                <a:cs typeface="Times New Roman"/>
              </a:rPr>
              <a:t>i</a:t>
            </a:r>
            <a:r>
              <a:rPr dirty="0" smtClean="0" sz="1200" spc="0">
                <a:solidFill>
                  <a:srgbClr val="111111"/>
                </a:solidFill>
                <a:latin typeface="Times New Roman"/>
                <a:cs typeface="Times New Roman"/>
              </a:rPr>
              <a:t>ones</a:t>
            </a:r>
            <a:r>
              <a:rPr dirty="0" smtClean="0" sz="1200" spc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mtClean="0" sz="1200" spc="0">
                <a:solidFill>
                  <a:srgbClr val="111111"/>
                </a:solidFill>
                <a:latin typeface="Times New Roman"/>
                <a:cs typeface="Times New Roman"/>
              </a:rPr>
              <a:t>insu</a:t>
            </a:r>
            <a:r>
              <a:rPr dirty="0" smtClean="0" sz="1200" spc="-19">
                <a:solidFill>
                  <a:srgbClr val="111111"/>
                </a:solidFill>
                <a:latin typeface="Times New Roman"/>
                <a:cs typeface="Times New Roman"/>
              </a:rPr>
              <a:t>r</a:t>
            </a:r>
            <a:r>
              <a:rPr dirty="0" smtClean="0" sz="1200" spc="0">
                <a:solidFill>
                  <a:srgbClr val="111111"/>
                </a:solidFill>
                <a:latin typeface="Times New Roman"/>
                <a:cs typeface="Times New Roman"/>
              </a:rPr>
              <a:t>ge</a:t>
            </a:r>
            <a:r>
              <a:rPr dirty="0" smtClean="0" sz="1200" spc="4">
                <a:solidFill>
                  <a:srgbClr val="111111"/>
                </a:solidFill>
                <a:latin typeface="Times New Roman"/>
                <a:cs typeface="Times New Roman"/>
              </a:rPr>
              <a:t>n</a:t>
            </a:r>
            <a:r>
              <a:rPr dirty="0" smtClean="0" sz="1200" spc="0">
                <a:solidFill>
                  <a:srgbClr val="111111"/>
                </a:solidFill>
                <a:latin typeface="Times New Roman"/>
                <a:cs typeface="Times New Roman"/>
              </a:rPr>
              <a:t>t</a:t>
            </a:r>
            <a:r>
              <a:rPr dirty="0" smtClean="0" sz="1200" spc="-4">
                <a:solidFill>
                  <a:srgbClr val="111111"/>
                </a:solidFill>
                <a:latin typeface="Times New Roman"/>
                <a:cs typeface="Times New Roman"/>
              </a:rPr>
              <a:t>e</a:t>
            </a:r>
            <a:r>
              <a:rPr dirty="0" smtClean="0" sz="1200" spc="0">
                <a:solidFill>
                  <a:srgbClr val="111111"/>
                </a:solidFill>
                <a:latin typeface="Times New Roman"/>
                <a:cs typeface="Times New Roman"/>
              </a:rPr>
              <a:t>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2507" y="3932554"/>
            <a:ext cx="2867977" cy="8737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650"/>
              </a:lnSpc>
              <a:spcBef>
                <a:spcPts val="29"/>
              </a:spcBef>
            </a:pPr>
            <a:endParaRPr sz="650"/>
          </a:p>
          <a:p>
            <a:pPr marL="1078166" marR="1082573" algn="ctr">
              <a:lnSpc>
                <a:spcPct val="95825"/>
              </a:lnSpc>
              <a:spcBef>
                <a:spcPts val="2000"/>
              </a:spcBef>
            </a:pPr>
            <a:r>
              <a:rPr dirty="0" smtClean="0" sz="1200" spc="-109" b="1">
                <a:latin typeface="Times New Roman"/>
                <a:cs typeface="Times New Roman"/>
              </a:rPr>
              <a:t>T</a:t>
            </a:r>
            <a:r>
              <a:rPr dirty="0" smtClean="0" sz="1200" spc="0" b="1">
                <a:latin typeface="Times New Roman"/>
                <a:cs typeface="Times New Roman"/>
              </a:rPr>
              <a:t>e</a:t>
            </a:r>
            <a:r>
              <a:rPr dirty="0" smtClean="0" sz="1200" spc="-4" b="1">
                <a:latin typeface="Times New Roman"/>
                <a:cs typeface="Times New Roman"/>
              </a:rPr>
              <a:t>r</a:t>
            </a:r>
            <a:r>
              <a:rPr dirty="0" smtClean="0" sz="1200" spc="-25" b="1">
                <a:latin typeface="Times New Roman"/>
                <a:cs typeface="Times New Roman"/>
              </a:rPr>
              <a:t>r</a:t>
            </a:r>
            <a:r>
              <a:rPr dirty="0" smtClean="0" sz="1200" spc="0" b="1">
                <a:latin typeface="Times New Roman"/>
                <a:cs typeface="Times New Roman"/>
              </a:rPr>
              <a:t>or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sta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80485" y="3932554"/>
            <a:ext cx="2868295" cy="8737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50"/>
              </a:lnSpc>
              <a:spcBef>
                <a:spcPts val="29"/>
              </a:spcBef>
            </a:pPr>
            <a:endParaRPr sz="550"/>
          </a:p>
          <a:p>
            <a:pPr marL="197676" marR="166180" indent="838" algn="ctr">
              <a:lnSpc>
                <a:spcPts val="1379"/>
              </a:lnSpc>
            </a:pPr>
            <a:r>
              <a:rPr dirty="0" smtClean="0" sz="1200" spc="0">
                <a:latin typeface="Times New Roman"/>
                <a:cs typeface="Times New Roman"/>
              </a:rPr>
              <a:t>Persona</a:t>
            </a:r>
            <a:r>
              <a:rPr dirty="0" smtClean="0" sz="1200" spc="-4">
                <a:latin typeface="Times New Roman"/>
                <a:cs typeface="Times New Roman"/>
              </a:rPr>
              <a:t>/</a:t>
            </a:r>
            <a:r>
              <a:rPr dirty="0" smtClean="0" sz="1200" spc="0">
                <a:latin typeface="Times New Roman"/>
                <a:cs typeface="Times New Roman"/>
              </a:rPr>
              <a:t>grupo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insu</a:t>
            </a:r>
            <a:r>
              <a:rPr dirty="0" smtClean="0" sz="1200" spc="-19">
                <a:latin typeface="Times New Roman"/>
                <a:cs typeface="Times New Roman"/>
              </a:rPr>
              <a:t>r</a:t>
            </a:r>
            <a:r>
              <a:rPr dirty="0" smtClean="0" sz="1200" spc="0">
                <a:latin typeface="Times New Roman"/>
                <a:cs typeface="Times New Roman"/>
              </a:rPr>
              <a:t>gen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x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9">
                <a:latin typeface="Times New Roman"/>
                <a:cs typeface="Times New Roman"/>
              </a:rPr>
              <a:t>r</a:t>
            </a:r>
            <a:r>
              <a:rPr dirty="0" smtClean="0" sz="1200" spc="4">
                <a:latin typeface="Times New Roman"/>
                <a:cs typeface="Times New Roman"/>
              </a:rPr>
              <a:t>e</a:t>
            </a:r>
            <a:r>
              <a:rPr dirty="0" smtClean="0" sz="1200" spc="-1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is</a:t>
            </a:r>
            <a:r>
              <a:rPr dirty="0" smtClean="0" sz="1200" spc="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a,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97676" marR="166180" algn="ctr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be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g</a:t>
            </a:r>
            <a:r>
              <a:rPr dirty="0" smtClean="0" sz="1200" spc="0">
                <a:latin typeface="Times New Roman"/>
                <a:cs typeface="Times New Roman"/>
              </a:rPr>
              <a:t>er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9">
                <a:latin typeface="Times New Roman"/>
                <a:cs typeface="Times New Roman"/>
              </a:rPr>
              <a:t>n</a:t>
            </a:r>
            <a:r>
              <a:rPr dirty="0" smtClean="0" sz="1200" spc="0">
                <a:latin typeface="Times New Roman"/>
                <a:cs typeface="Times New Roman"/>
              </a:rPr>
              <a:t>te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(c</a:t>
            </a:r>
            <a:r>
              <a:rPr dirty="0" smtClean="0" sz="1200" spc="4">
                <a:latin typeface="Times New Roman"/>
                <a:cs typeface="Times New Roman"/>
              </a:rPr>
              <a:t>u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d</a:t>
            </a:r>
            <a:r>
              <a:rPr dirty="0" smtClean="0" sz="1200" spc="0">
                <a:latin typeface="Times New Roman"/>
                <a:cs typeface="Times New Roman"/>
              </a:rPr>
              <a:t>ar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-4">
                <a:latin typeface="Times New Roman"/>
                <a:cs typeface="Times New Roman"/>
              </a:rPr>
              <a:t>e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r>
              <a:rPr dirty="0" smtClean="0" sz="1200" spc="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con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ex</a:t>
            </a:r>
            <a:r>
              <a:rPr dirty="0" smtClean="0" sz="1200" spc="-4">
                <a:latin typeface="Times New Roman"/>
                <a:cs typeface="Times New Roman"/>
              </a:rPr>
              <a:t>t</a:t>
            </a:r>
            <a:r>
              <a:rPr dirty="0" smtClean="0" sz="1200" spc="0">
                <a:latin typeface="Times New Roman"/>
                <a:cs typeface="Times New Roman"/>
              </a:rPr>
              <a:t>o),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4">
                <a:latin typeface="Times New Roman"/>
                <a:cs typeface="Times New Roman"/>
              </a:rPr>
              <a:t>r</a:t>
            </a:r>
            <a:r>
              <a:rPr dirty="0" smtClean="0" sz="1200" spc="-4">
                <a:latin typeface="Times New Roman"/>
                <a:cs typeface="Times New Roman"/>
              </a:rPr>
              <a:t>m</a:t>
            </a:r>
            <a:r>
              <a:rPr dirty="0" smtClean="0" sz="1200" spc="0">
                <a:latin typeface="Times New Roman"/>
                <a:cs typeface="Times New Roman"/>
              </a:rPr>
              <a:t>ado,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97676" marR="166180" algn="ctr">
              <a:lnSpc>
                <a:spcPts val="1379"/>
              </a:lnSpc>
              <a:spcBef>
                <a:spcPts val="689"/>
              </a:spcBef>
            </a:pPr>
            <a:r>
              <a:rPr dirty="0" smtClean="0" sz="1200" spc="0">
                <a:latin typeface="Times New Roman"/>
                <a:cs typeface="Times New Roman"/>
              </a:rPr>
              <a:t>subversi</a:t>
            </a:r>
            <a:r>
              <a:rPr dirty="0" smtClean="0" sz="1200" spc="-4">
                <a:latin typeface="Times New Roman"/>
                <a:cs typeface="Times New Roman"/>
              </a:rPr>
              <a:t>v</a:t>
            </a:r>
            <a:r>
              <a:rPr dirty="0" smtClean="0" sz="1200" spc="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2507" y="4806315"/>
            <a:ext cx="2867977" cy="4000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800"/>
              </a:lnSpc>
              <a:spcBef>
                <a:spcPts val="19"/>
              </a:spcBef>
            </a:pPr>
            <a:endParaRPr sz="800"/>
          </a:p>
          <a:p>
            <a:pPr marL="1102296" marR="1106906" algn="ctr">
              <a:lnSpc>
                <a:spcPct val="95825"/>
              </a:lnSpc>
            </a:pPr>
            <a:r>
              <a:rPr dirty="0" smtClean="0" sz="1200" spc="-44" b="1">
                <a:latin typeface="Times New Roman"/>
                <a:cs typeface="Times New Roman"/>
              </a:rPr>
              <a:t>V</a:t>
            </a:r>
            <a:r>
              <a:rPr dirty="0" smtClean="0" sz="1200" spc="0" b="1">
                <a:latin typeface="Times New Roman"/>
                <a:cs typeface="Times New Roman"/>
              </a:rPr>
              <a:t>i</a:t>
            </a:r>
            <a:r>
              <a:rPr dirty="0" smtClean="0" sz="1200" spc="-4" b="1">
                <a:latin typeface="Times New Roman"/>
                <a:cs typeface="Times New Roman"/>
              </a:rPr>
              <a:t>o</a:t>
            </a:r>
            <a:r>
              <a:rPr dirty="0" smtClean="0" sz="1200" spc="0" b="1">
                <a:latin typeface="Times New Roman"/>
                <a:cs typeface="Times New Roman"/>
              </a:rPr>
              <a:t>l</a:t>
            </a:r>
            <a:r>
              <a:rPr dirty="0" smtClean="0" sz="1200" spc="-4" b="1">
                <a:latin typeface="Times New Roman"/>
                <a:cs typeface="Times New Roman"/>
              </a:rPr>
              <a:t>a</a:t>
            </a:r>
            <a:r>
              <a:rPr dirty="0" smtClean="0" sz="1200" spc="0" b="1">
                <a:latin typeface="Times New Roman"/>
                <a:cs typeface="Times New Roman"/>
              </a:rPr>
              <a:t>c</a:t>
            </a:r>
            <a:r>
              <a:rPr dirty="0" smtClean="0" sz="1200" spc="-4" b="1">
                <a:latin typeface="Times New Roman"/>
                <a:cs typeface="Times New Roman"/>
              </a:rPr>
              <a:t>i</a:t>
            </a:r>
            <a:r>
              <a:rPr dirty="0" smtClean="0" sz="1200" spc="0" b="1">
                <a:latin typeface="Times New Roman"/>
                <a:cs typeface="Times New Roman"/>
              </a:rPr>
              <a:t>ón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80485" y="4806315"/>
            <a:ext cx="2868295" cy="4000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750"/>
              </a:lnSpc>
              <a:spcBef>
                <a:spcPts val="39"/>
              </a:spcBef>
            </a:pPr>
            <a:endParaRPr sz="750"/>
          </a:p>
          <a:p>
            <a:pPr marL="350519">
              <a:lnSpc>
                <a:spcPct val="95825"/>
              </a:lnSpc>
            </a:pPr>
            <a:r>
              <a:rPr dirty="0" smtClean="0" sz="1200" spc="-64">
                <a:latin typeface="Times New Roman"/>
                <a:cs typeface="Times New Roman"/>
              </a:rPr>
              <a:t>V</a:t>
            </a:r>
            <a:r>
              <a:rPr dirty="0" smtClean="0" sz="1200" spc="0">
                <a:latin typeface="Times New Roman"/>
                <a:cs typeface="Times New Roman"/>
              </a:rPr>
              <a:t>u</a:t>
            </a:r>
            <a:r>
              <a:rPr dirty="0" smtClean="0" sz="1200" spc="-4">
                <a:latin typeface="Times New Roman"/>
                <a:cs typeface="Times New Roman"/>
              </a:rPr>
              <a:t>l</a:t>
            </a:r>
            <a:r>
              <a:rPr dirty="0" smtClean="0" sz="1200" spc="0">
                <a:latin typeface="Times New Roman"/>
                <a:cs typeface="Times New Roman"/>
              </a:rPr>
              <a:t>ner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c</a:t>
            </a:r>
            <a:r>
              <a:rPr dirty="0" smtClean="0" sz="1200" spc="-4">
                <a:latin typeface="Times New Roman"/>
                <a:cs typeface="Times New Roman"/>
              </a:rPr>
              <a:t>i</a:t>
            </a:r>
            <a:r>
              <a:rPr dirty="0" smtClean="0" sz="1200" spc="0">
                <a:latin typeface="Times New Roman"/>
                <a:cs typeface="Times New Roman"/>
              </a:rPr>
              <a:t>ón</a:t>
            </a:r>
            <a:r>
              <a:rPr dirty="0" smtClean="0" sz="1200" spc="-4">
                <a:latin typeface="Times New Roman"/>
                <a:cs typeface="Times New Roman"/>
              </a:rPr>
              <a:t>/</a:t>
            </a:r>
            <a:r>
              <a:rPr dirty="0" smtClean="0" sz="1200" spc="0">
                <a:latin typeface="Times New Roman"/>
                <a:cs typeface="Times New Roman"/>
              </a:rPr>
              <a:t>abuso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9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exu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l,</a:t>
            </a:r>
            <a:r>
              <a:rPr dirty="0" smtClean="0" sz="1200" spc="-4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veja</a:t>
            </a:r>
            <a:r>
              <a:rPr dirty="0" smtClean="0" sz="1200" spc="-4">
                <a:latin typeface="Times New Roman"/>
                <a:cs typeface="Times New Roman"/>
              </a:rPr>
              <a:t>c</a:t>
            </a:r>
            <a:r>
              <a:rPr dirty="0" smtClean="0" sz="1200" spc="0">
                <a:latin typeface="Times New Roman"/>
                <a:cs typeface="Times New Roman"/>
              </a:rPr>
              <a:t>i</a:t>
            </a:r>
            <a:r>
              <a:rPr dirty="0" smtClean="0" sz="1200" spc="-4">
                <a:latin typeface="Times New Roman"/>
                <a:cs typeface="Times New Roman"/>
              </a:rPr>
              <a:t>ó</a:t>
            </a:r>
            <a:r>
              <a:rPr dirty="0" smtClean="0" sz="1200" spc="0">
                <a:latin typeface="Times New Roman"/>
                <a:cs typeface="Times New Roman"/>
              </a:rPr>
              <a:t>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2507" y="5206365"/>
            <a:ext cx="2867977" cy="4013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800"/>
              </a:lnSpc>
              <a:spcBef>
                <a:spcPts val="19"/>
              </a:spcBef>
            </a:pPr>
            <a:endParaRPr sz="800"/>
          </a:p>
          <a:p>
            <a:pPr marL="1064323" marR="1067917" algn="ctr">
              <a:lnSpc>
                <a:spcPct val="95825"/>
              </a:lnSpc>
            </a:pPr>
            <a:r>
              <a:rPr dirty="0" smtClean="0" sz="1200" spc="-44" b="1">
                <a:latin typeface="Times New Roman"/>
                <a:cs typeface="Times New Roman"/>
              </a:rPr>
              <a:t>V</a:t>
            </a:r>
            <a:r>
              <a:rPr dirty="0" smtClean="0" sz="1200" spc="0" b="1">
                <a:latin typeface="Times New Roman"/>
                <a:cs typeface="Times New Roman"/>
              </a:rPr>
              <a:t>i</a:t>
            </a:r>
            <a:r>
              <a:rPr dirty="0" smtClean="0" sz="1200" spc="-4" b="1">
                <a:latin typeface="Times New Roman"/>
                <a:cs typeface="Times New Roman"/>
              </a:rPr>
              <a:t>o</a:t>
            </a:r>
            <a:r>
              <a:rPr dirty="0" smtClean="0" sz="1200" spc="0" b="1">
                <a:latin typeface="Times New Roman"/>
                <a:cs typeface="Times New Roman"/>
              </a:rPr>
              <a:t>l</a:t>
            </a:r>
            <a:r>
              <a:rPr dirty="0" smtClean="0" sz="1200" spc="-4" b="1">
                <a:latin typeface="Times New Roman"/>
                <a:cs typeface="Times New Roman"/>
              </a:rPr>
              <a:t>a</a:t>
            </a:r>
            <a:r>
              <a:rPr dirty="0" smtClean="0" sz="1200" spc="0" b="1">
                <a:latin typeface="Times New Roman"/>
                <a:cs typeface="Times New Roman"/>
              </a:rPr>
              <a:t>dor/a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880485" y="5206365"/>
            <a:ext cx="2868295" cy="4013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750"/>
              </a:lnSpc>
              <a:spcBef>
                <a:spcPts val="39"/>
              </a:spcBef>
            </a:pPr>
            <a:endParaRPr sz="750"/>
          </a:p>
          <a:p>
            <a:pPr marL="866393">
              <a:lnSpc>
                <a:spcPct val="95825"/>
              </a:lnSpc>
            </a:pPr>
            <a:r>
              <a:rPr dirty="0" smtClean="0" sz="1200" spc="0">
                <a:latin typeface="Times New Roman"/>
                <a:cs typeface="Times New Roman"/>
              </a:rPr>
              <a:t>Abu</a:t>
            </a:r>
            <a:r>
              <a:rPr dirty="0" smtClean="0" sz="1200" spc="4">
                <a:latin typeface="Times New Roman"/>
                <a:cs typeface="Times New Roman"/>
              </a:rPr>
              <a:t>s</a:t>
            </a:r>
            <a:r>
              <a:rPr dirty="0" smtClean="0" sz="1200" spc="0">
                <a:latin typeface="Times New Roman"/>
                <a:cs typeface="Times New Roman"/>
              </a:rPr>
              <a:t>ador</a:t>
            </a:r>
            <a:r>
              <a:rPr dirty="0" smtClean="0" sz="1200" spc="-4">
                <a:latin typeface="Times New Roman"/>
                <a:cs typeface="Times New Roman"/>
              </a:rPr>
              <a:t>/</a:t>
            </a:r>
            <a:r>
              <a:rPr dirty="0" smtClean="0" sz="1200" spc="0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 </a:t>
            </a:r>
            <a:r>
              <a:rPr dirty="0" smtClean="0" sz="1200" spc="0">
                <a:latin typeface="Times New Roman"/>
                <a:cs typeface="Times New Roman"/>
              </a:rPr>
              <a:t>sexu</a:t>
            </a:r>
            <a:r>
              <a:rPr dirty="0" smtClean="0" sz="1200" spc="-4">
                <a:latin typeface="Times New Roman"/>
                <a:cs typeface="Times New Roman"/>
              </a:rPr>
              <a:t>a</a:t>
            </a:r>
            <a:r>
              <a:rPr dirty="0" smtClean="0" sz="1200" spc="0">
                <a:latin typeface="Times New Roman"/>
                <a:cs typeface="Times New Roman"/>
              </a:rPr>
              <a:t>l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xsi="http://www.w3.org/2001/XMLSchema-instance"/>
</file>